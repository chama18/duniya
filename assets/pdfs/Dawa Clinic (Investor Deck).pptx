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670550" cx="10071100"/>
  <p:notesSz cx="10071100" cy="5670550"/>
  <p:embeddedFontLst>
    <p:embeddedFont>
      <p:font typeface="Noto Sans Symbols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C9C32F-A3A9-442D-AF23-87B132DF2247}">
  <a:tblStyle styleId="{8DC9C32F-A3A9-442D-AF23-87B132DF224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otoSansSymbols-bold.fntdata"/><Relationship Id="rId23" Type="http://schemas.openxmlformats.org/officeDocument/2006/relationships/font" Target="fonts/NotoSansSymbol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5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 txBox="1"/>
          <p:nvPr>
            <p:ph idx="1" type="body"/>
          </p:nvPr>
        </p:nvSpPr>
        <p:spPr>
          <a:xfrm>
            <a:off x="1007100" y="2693500"/>
            <a:ext cx="8056875" cy="2551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:notes"/>
          <p:cNvSpPr/>
          <p:nvPr>
            <p:ph idx="2" type="sldImg"/>
          </p:nvPr>
        </p:nvSpPr>
        <p:spPr>
          <a:xfrm>
            <a:off x="1678850" y="425275"/>
            <a:ext cx="6714400" cy="2126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1" type="ftr"/>
          </p:nvPr>
        </p:nvSpPr>
        <p:spPr>
          <a:xfrm>
            <a:off x="3426333" y="5273611"/>
            <a:ext cx="3224784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503872" y="5273611"/>
            <a:ext cx="2317813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7255764" y="5273611"/>
            <a:ext cx="2317813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65036" y="1187995"/>
            <a:ext cx="1826895" cy="635"/>
          </a:xfrm>
          <a:custGeom>
            <a:rect b="b" l="l" r="r" t="t"/>
            <a:pathLst>
              <a:path extrusionOk="0" h="634" w="1826895">
                <a:moveTo>
                  <a:pt x="1826641" y="0"/>
                </a:moveTo>
                <a:lnTo>
                  <a:pt x="0" y="0"/>
                </a:lnTo>
                <a:lnTo>
                  <a:pt x="0" y="368"/>
                </a:lnTo>
                <a:lnTo>
                  <a:pt x="913320" y="368"/>
                </a:lnTo>
                <a:lnTo>
                  <a:pt x="1826641" y="368"/>
                </a:lnTo>
                <a:lnTo>
                  <a:pt x="1826641" y="0"/>
                </a:lnTo>
                <a:close/>
              </a:path>
            </a:pathLst>
          </a:custGeom>
          <a:solidFill>
            <a:srgbClr val="07A1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65036" y="1187995"/>
            <a:ext cx="1826895" cy="635"/>
          </a:xfrm>
          <a:custGeom>
            <a:rect b="b" l="l" r="r" t="t"/>
            <a:pathLst>
              <a:path extrusionOk="0" h="634" w="1826895">
                <a:moveTo>
                  <a:pt x="913320" y="368"/>
                </a:moveTo>
                <a:lnTo>
                  <a:pt x="0" y="368"/>
                </a:lnTo>
                <a:lnTo>
                  <a:pt x="0" y="0"/>
                </a:lnTo>
                <a:lnTo>
                  <a:pt x="1826641" y="0"/>
                </a:lnTo>
                <a:lnTo>
                  <a:pt x="1826641" y="368"/>
                </a:lnTo>
                <a:lnTo>
                  <a:pt x="913320" y="368"/>
                </a:lnTo>
                <a:close/>
              </a:path>
            </a:pathLst>
          </a:custGeom>
          <a:noFill/>
          <a:ln cap="flat" cmpd="sng" w="9525">
            <a:solidFill>
              <a:srgbClr val="07A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003384" y="2339258"/>
            <a:ext cx="4264659" cy="199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426333" y="5273611"/>
            <a:ext cx="3224784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503872" y="5273611"/>
            <a:ext cx="2317813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7255764" y="5273611"/>
            <a:ext cx="2317813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426333" y="5273611"/>
            <a:ext cx="3224784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503872" y="5273611"/>
            <a:ext cx="2317813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7255764" y="5273611"/>
            <a:ext cx="2317813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755808" y="1757870"/>
            <a:ext cx="8565833" cy="1190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511617" y="3175508"/>
            <a:ext cx="705421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426333" y="5273611"/>
            <a:ext cx="3224784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503872" y="5273611"/>
            <a:ext cx="2317813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7255764" y="5273611"/>
            <a:ext cx="2317813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503872" y="1304226"/>
            <a:ext cx="4383691" cy="3742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5189886" y="1304226"/>
            <a:ext cx="4383691" cy="3742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426333" y="5273611"/>
            <a:ext cx="3224784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503872" y="5273611"/>
            <a:ext cx="2317813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7255764" y="5273611"/>
            <a:ext cx="2317813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003384" y="2339258"/>
            <a:ext cx="4264659" cy="199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426333" y="5273611"/>
            <a:ext cx="3224784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503872" y="5273611"/>
            <a:ext cx="2317813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255764" y="5273611"/>
            <a:ext cx="2317813" cy="2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jp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15.png"/><Relationship Id="rId5" Type="http://schemas.openxmlformats.org/officeDocument/2006/relationships/hyperlink" Target="http://www.indexmundi.com/" TargetMode="External"/><Relationship Id="rId6" Type="http://schemas.openxmlformats.org/officeDocument/2006/relationships/hyperlink" Target="http://www.circ.ahajournals.org/" TargetMode="Externa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2.png"/><Relationship Id="rId13" Type="http://schemas.openxmlformats.org/officeDocument/2006/relationships/image" Target="../media/image2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31.png"/><Relationship Id="rId15" Type="http://schemas.openxmlformats.org/officeDocument/2006/relationships/image" Target="../media/image1.png"/><Relationship Id="rId14" Type="http://schemas.openxmlformats.org/officeDocument/2006/relationships/image" Target="../media/image6.png"/><Relationship Id="rId16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7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7.jpg"/><Relationship Id="rId5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41.jpg"/><Relationship Id="rId7" Type="http://schemas.openxmlformats.org/officeDocument/2006/relationships/image" Target="../media/image51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3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52.png"/><Relationship Id="rId5" Type="http://schemas.openxmlformats.org/officeDocument/2006/relationships/image" Target="../media/image77.png"/><Relationship Id="rId6" Type="http://schemas.openxmlformats.org/officeDocument/2006/relationships/image" Target="../media/image30.jpg"/><Relationship Id="rId7" Type="http://schemas.openxmlformats.org/officeDocument/2006/relationships/image" Target="../media/image47.png"/><Relationship Id="rId8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9" Type="http://schemas.openxmlformats.org/officeDocument/2006/relationships/image" Target="../media/image18.png"/><Relationship Id="rId5" Type="http://schemas.openxmlformats.org/officeDocument/2006/relationships/image" Target="../media/image35.png"/><Relationship Id="rId6" Type="http://schemas.openxmlformats.org/officeDocument/2006/relationships/image" Target="../media/image62.png"/><Relationship Id="rId7" Type="http://schemas.openxmlformats.org/officeDocument/2006/relationships/image" Target="../media/image34.png"/><Relationship Id="rId8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57.png"/><Relationship Id="rId22" Type="http://schemas.openxmlformats.org/officeDocument/2006/relationships/image" Target="../media/image61.png"/><Relationship Id="rId21" Type="http://schemas.openxmlformats.org/officeDocument/2006/relationships/image" Target="../media/image66.jpg"/><Relationship Id="rId24" Type="http://schemas.openxmlformats.org/officeDocument/2006/relationships/image" Target="../media/image74.png"/><Relationship Id="rId23" Type="http://schemas.openxmlformats.org/officeDocument/2006/relationships/image" Target="../media/image71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49.jpg"/><Relationship Id="rId9" Type="http://schemas.openxmlformats.org/officeDocument/2006/relationships/image" Target="../media/image42.png"/><Relationship Id="rId25" Type="http://schemas.openxmlformats.org/officeDocument/2006/relationships/image" Target="../media/image59.jpg"/><Relationship Id="rId5" Type="http://schemas.openxmlformats.org/officeDocument/2006/relationships/image" Target="../media/image46.jpg"/><Relationship Id="rId6" Type="http://schemas.openxmlformats.org/officeDocument/2006/relationships/image" Target="../media/image48.jpg"/><Relationship Id="rId7" Type="http://schemas.openxmlformats.org/officeDocument/2006/relationships/image" Target="../media/image55.png"/><Relationship Id="rId8" Type="http://schemas.openxmlformats.org/officeDocument/2006/relationships/image" Target="../media/image50.png"/><Relationship Id="rId11" Type="http://schemas.openxmlformats.org/officeDocument/2006/relationships/image" Target="../media/image60.jpg"/><Relationship Id="rId10" Type="http://schemas.openxmlformats.org/officeDocument/2006/relationships/image" Target="../media/image72.jpg"/><Relationship Id="rId13" Type="http://schemas.openxmlformats.org/officeDocument/2006/relationships/image" Target="../media/image43.jpg"/><Relationship Id="rId12" Type="http://schemas.openxmlformats.org/officeDocument/2006/relationships/image" Target="../media/image67.jpg"/><Relationship Id="rId15" Type="http://schemas.openxmlformats.org/officeDocument/2006/relationships/image" Target="../media/image63.png"/><Relationship Id="rId14" Type="http://schemas.openxmlformats.org/officeDocument/2006/relationships/image" Target="../media/image53.jpg"/><Relationship Id="rId17" Type="http://schemas.openxmlformats.org/officeDocument/2006/relationships/image" Target="../media/image54.png"/><Relationship Id="rId16" Type="http://schemas.openxmlformats.org/officeDocument/2006/relationships/image" Target="../media/image68.jpg"/><Relationship Id="rId19" Type="http://schemas.openxmlformats.org/officeDocument/2006/relationships/image" Target="../media/image56.png"/><Relationship Id="rId18" Type="http://schemas.openxmlformats.org/officeDocument/2006/relationships/image" Target="../media/image7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70.jpg"/><Relationship Id="rId5" Type="http://schemas.openxmlformats.org/officeDocument/2006/relationships/image" Target="../media/image65.png"/><Relationship Id="rId6" Type="http://schemas.openxmlformats.org/officeDocument/2006/relationships/image" Target="../media/image64.jpg"/><Relationship Id="rId7" Type="http://schemas.openxmlformats.org/officeDocument/2006/relationships/image" Target="../media/image6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3.jp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hyperlink" Target="mailto:tafadzwa@dawa.clinic" TargetMode="External"/><Relationship Id="rId5" Type="http://schemas.openxmlformats.org/officeDocument/2006/relationships/hyperlink" Target="http://www.dawa-health.com/" TargetMode="External"/><Relationship Id="rId6" Type="http://schemas.openxmlformats.org/officeDocument/2006/relationships/hyperlink" Target="http://www.twitter.com/dawa_health" TargetMode="External"/><Relationship Id="rId7" Type="http://schemas.openxmlformats.org/officeDocument/2006/relationships/hyperlink" Target="http://www.linkedin.com/company/dawam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76751" cy="566927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/>
        </p:nvSpPr>
        <p:spPr>
          <a:xfrm>
            <a:off x="3732377" y="3165017"/>
            <a:ext cx="282067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health convenience a button away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p7"/>
          <p:cNvGrpSpPr/>
          <p:nvPr/>
        </p:nvGrpSpPr>
        <p:grpSpPr>
          <a:xfrm>
            <a:off x="639356" y="1075689"/>
            <a:ext cx="6587641" cy="4371111"/>
            <a:chOff x="639356" y="1075689"/>
            <a:chExt cx="6587641" cy="4371111"/>
          </a:xfrm>
        </p:grpSpPr>
        <p:pic>
          <p:nvPicPr>
            <p:cNvPr id="48" name="Google Shape;4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9356" y="5118836"/>
              <a:ext cx="312115" cy="327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99079" y="1075689"/>
              <a:ext cx="4327918" cy="20329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/>
          <p:nvPr/>
        </p:nvSpPr>
        <p:spPr>
          <a:xfrm>
            <a:off x="990625" y="5151132"/>
            <a:ext cx="168021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https://dawa-health.com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3275177" y="3681628"/>
            <a:ext cx="38055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0" y="0"/>
            <a:ext cx="10076751" cy="5668924"/>
            <a:chOff x="0" y="0"/>
            <a:chExt cx="10076751" cy="5668924"/>
          </a:xfrm>
        </p:grpSpPr>
        <p:pic>
          <p:nvPicPr>
            <p:cNvPr id="57" name="Google Shape;5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0076751" cy="5668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8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1826641" y="0"/>
                  </a:moveTo>
                  <a:lnTo>
                    <a:pt x="0" y="0"/>
                  </a:lnTo>
                  <a:lnTo>
                    <a:pt x="0" y="368"/>
                  </a:lnTo>
                  <a:lnTo>
                    <a:pt x="913320" y="368"/>
                  </a:lnTo>
                  <a:lnTo>
                    <a:pt x="1826641" y="368"/>
                  </a:lnTo>
                  <a:lnTo>
                    <a:pt x="1826641" y="0"/>
                  </a:lnTo>
                  <a:close/>
                </a:path>
              </a:pathLst>
            </a:custGeom>
            <a:solidFill>
              <a:srgbClr val="07A1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913320" y="368"/>
                  </a:moveTo>
                  <a:lnTo>
                    <a:pt x="0" y="368"/>
                  </a:lnTo>
                  <a:lnTo>
                    <a:pt x="0" y="0"/>
                  </a:lnTo>
                  <a:lnTo>
                    <a:pt x="1826641" y="0"/>
                  </a:lnTo>
                  <a:lnTo>
                    <a:pt x="1826641" y="368"/>
                  </a:lnTo>
                  <a:lnTo>
                    <a:pt x="913320" y="368"/>
                  </a:lnTo>
                  <a:close/>
                </a:path>
              </a:pathLst>
            </a:custGeom>
            <a:noFill/>
            <a:ln cap="flat" cmpd="sng" w="9525">
              <a:solidFill>
                <a:srgbClr val="07A1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8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PROBLEM STATEMENT</a:t>
            </a:r>
            <a:endParaRPr/>
          </a:p>
        </p:txBody>
      </p:sp>
      <p:pic>
        <p:nvPicPr>
          <p:cNvPr id="61" name="Google Shape;6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5361" y="162699"/>
            <a:ext cx="842403" cy="8406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/>
          <p:nvPr/>
        </p:nvSpPr>
        <p:spPr>
          <a:xfrm>
            <a:off x="1045336" y="1450340"/>
            <a:ext cx="3418840" cy="3348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39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1.8+ million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55880" rtl="0" algn="ctr">
              <a:lnSpc>
                <a:spcPct val="119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(71%)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9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mothers </a:t>
            </a:r>
            <a:r>
              <a:rPr lang="en-US" sz="16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without antenatal care </a:t>
            </a: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(ANC)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5461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|annually|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905" rtl="0" algn="ctr">
              <a:lnSpc>
                <a:spcPct val="100000"/>
              </a:lnSpc>
              <a:spcBef>
                <a:spcPts val="193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15+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marR="514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pregnancy-induced </a:t>
            </a: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daily mortality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41910" rtl="0" algn="ctr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marR="47625" rtl="0" algn="ctr">
              <a:lnSpc>
                <a:spcPct val="119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mothers in </a:t>
            </a:r>
            <a:r>
              <a:rPr lang="en-US" sz="16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rural communities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4349775" y="5253748"/>
            <a:ext cx="393065" cy="178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5249062" y="5235971"/>
            <a:ext cx="1468120" cy="366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spAutoFit/>
          </a:bodyPr>
          <a:lstStyle/>
          <a:p>
            <a:pPr indent="0" lvl="0" marL="27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www.indexMundi.com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www.circ.ahajournals.org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508025" y="1403540"/>
            <a:ext cx="8850630" cy="847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6535" lvl="0" marL="2540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A1E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6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digital health platform </a:t>
            </a:r>
            <a:r>
              <a:rPr lang="en-US" sz="1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that’s reshaping access to maternal health for expectant mothers and women needing sustainable contraceptive options.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15900" lvl="0" marL="25400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7A1E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Secure monitoring of health parameters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0475" y="166662"/>
            <a:ext cx="822959" cy="8211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" name="Google Shape;72;p9"/>
          <p:cNvGrpSpPr/>
          <p:nvPr/>
        </p:nvGrpSpPr>
        <p:grpSpPr>
          <a:xfrm>
            <a:off x="1074242" y="4808524"/>
            <a:ext cx="886675" cy="126720"/>
            <a:chOff x="1074242" y="4808524"/>
            <a:chExt cx="886675" cy="126720"/>
          </a:xfrm>
        </p:grpSpPr>
        <p:pic>
          <p:nvPicPr>
            <p:cNvPr id="73" name="Google Shape;7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74242" y="4808524"/>
              <a:ext cx="443153" cy="126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38998" y="4808524"/>
              <a:ext cx="145440" cy="1245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03514" y="4842001"/>
              <a:ext cx="257403" cy="932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" name="Google Shape;7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1039" y="4808524"/>
            <a:ext cx="338035" cy="165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0204" y="5214962"/>
            <a:ext cx="1605483" cy="27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3082" y="5366524"/>
            <a:ext cx="252717" cy="953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9"/>
          <p:cNvGrpSpPr/>
          <p:nvPr/>
        </p:nvGrpSpPr>
        <p:grpSpPr>
          <a:xfrm>
            <a:off x="706323" y="1697393"/>
            <a:ext cx="9023756" cy="3944162"/>
            <a:chOff x="706323" y="1697393"/>
            <a:chExt cx="9023756" cy="3944162"/>
          </a:xfrm>
        </p:grpSpPr>
        <p:pic>
          <p:nvPicPr>
            <p:cNvPr id="80" name="Google Shape;80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06323" y="2251075"/>
              <a:ext cx="1788845" cy="2631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369159" y="1697393"/>
              <a:ext cx="5272925" cy="37371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807197" y="5214962"/>
              <a:ext cx="1078560" cy="2753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9"/>
            <p:cNvSpPr/>
            <p:nvPr/>
          </p:nvSpPr>
          <p:spPr>
            <a:xfrm>
              <a:off x="4408563" y="4800955"/>
              <a:ext cx="1282065" cy="160655"/>
            </a:xfrm>
            <a:custGeom>
              <a:rect b="b" l="l" r="r" t="t"/>
              <a:pathLst>
                <a:path extrusionOk="0" h="160654" w="1282064">
                  <a:moveTo>
                    <a:pt x="98272" y="127444"/>
                  </a:moveTo>
                  <a:lnTo>
                    <a:pt x="97561" y="101879"/>
                  </a:lnTo>
                  <a:lnTo>
                    <a:pt x="90817" y="105410"/>
                  </a:lnTo>
                  <a:lnTo>
                    <a:pt x="83604" y="107873"/>
                  </a:lnTo>
                  <a:lnTo>
                    <a:pt x="75984" y="109334"/>
                  </a:lnTo>
                  <a:lnTo>
                    <a:pt x="68033" y="109804"/>
                  </a:lnTo>
                  <a:lnTo>
                    <a:pt x="59855" y="109131"/>
                  </a:lnTo>
                  <a:lnTo>
                    <a:pt x="30378" y="78714"/>
                  </a:lnTo>
                  <a:lnTo>
                    <a:pt x="29514" y="70205"/>
                  </a:lnTo>
                  <a:lnTo>
                    <a:pt x="29921" y="61239"/>
                  </a:lnTo>
                  <a:lnTo>
                    <a:pt x="59080" y="29845"/>
                  </a:lnTo>
                  <a:lnTo>
                    <a:pt x="67310" y="29159"/>
                  </a:lnTo>
                  <a:lnTo>
                    <a:pt x="75145" y="29641"/>
                  </a:lnTo>
                  <a:lnTo>
                    <a:pt x="82524" y="31064"/>
                  </a:lnTo>
                  <a:lnTo>
                    <a:pt x="89484" y="33426"/>
                  </a:lnTo>
                  <a:lnTo>
                    <a:pt x="96113" y="36728"/>
                  </a:lnTo>
                  <a:lnTo>
                    <a:pt x="95402" y="9728"/>
                  </a:lnTo>
                  <a:lnTo>
                    <a:pt x="88633" y="7632"/>
                  </a:lnTo>
                  <a:lnTo>
                    <a:pt x="81267" y="6172"/>
                  </a:lnTo>
                  <a:lnTo>
                    <a:pt x="73215" y="5321"/>
                  </a:lnTo>
                  <a:lnTo>
                    <a:pt x="64439" y="5041"/>
                  </a:lnTo>
                  <a:lnTo>
                    <a:pt x="50533" y="6197"/>
                  </a:lnTo>
                  <a:lnTo>
                    <a:pt x="9499" y="33693"/>
                  </a:lnTo>
                  <a:lnTo>
                    <a:pt x="0" y="72009"/>
                  </a:lnTo>
                  <a:lnTo>
                    <a:pt x="1485" y="85369"/>
                  </a:lnTo>
                  <a:lnTo>
                    <a:pt x="26746" y="124358"/>
                  </a:lnTo>
                  <a:lnTo>
                    <a:pt x="62992" y="133921"/>
                  </a:lnTo>
                  <a:lnTo>
                    <a:pt x="73469" y="133527"/>
                  </a:lnTo>
                  <a:lnTo>
                    <a:pt x="82791" y="132308"/>
                  </a:lnTo>
                  <a:lnTo>
                    <a:pt x="91033" y="130289"/>
                  </a:lnTo>
                  <a:lnTo>
                    <a:pt x="98272" y="127444"/>
                  </a:lnTo>
                  <a:close/>
                </a:path>
                <a:path extrusionOk="0" h="160654" w="1282064">
                  <a:moveTo>
                    <a:pt x="203390" y="131762"/>
                  </a:moveTo>
                  <a:lnTo>
                    <a:pt x="201955" y="77038"/>
                  </a:lnTo>
                  <a:lnTo>
                    <a:pt x="183921" y="42976"/>
                  </a:lnTo>
                  <a:lnTo>
                    <a:pt x="170637" y="40678"/>
                  </a:lnTo>
                  <a:lnTo>
                    <a:pt x="162458" y="41630"/>
                  </a:lnTo>
                  <a:lnTo>
                    <a:pt x="155244" y="44462"/>
                  </a:lnTo>
                  <a:lnTo>
                    <a:pt x="148958" y="49187"/>
                  </a:lnTo>
                  <a:lnTo>
                    <a:pt x="143637" y="55803"/>
                  </a:lnTo>
                  <a:lnTo>
                    <a:pt x="143281" y="55803"/>
                  </a:lnTo>
                  <a:lnTo>
                    <a:pt x="141833" y="0"/>
                  </a:lnTo>
                  <a:lnTo>
                    <a:pt x="114477" y="0"/>
                  </a:lnTo>
                  <a:lnTo>
                    <a:pt x="118071" y="131762"/>
                  </a:lnTo>
                  <a:lnTo>
                    <a:pt x="145440" y="131762"/>
                  </a:lnTo>
                  <a:lnTo>
                    <a:pt x="143992" y="81000"/>
                  </a:lnTo>
                  <a:lnTo>
                    <a:pt x="143637" y="75247"/>
                  </a:lnTo>
                  <a:lnTo>
                    <a:pt x="145072" y="70561"/>
                  </a:lnTo>
                  <a:lnTo>
                    <a:pt x="150837" y="63360"/>
                  </a:lnTo>
                  <a:lnTo>
                    <a:pt x="154800" y="61569"/>
                  </a:lnTo>
                  <a:lnTo>
                    <a:pt x="169202" y="61569"/>
                  </a:lnTo>
                  <a:lnTo>
                    <a:pt x="174231" y="68046"/>
                  </a:lnTo>
                  <a:lnTo>
                    <a:pt x="176034" y="131762"/>
                  </a:lnTo>
                  <a:lnTo>
                    <a:pt x="203390" y="131762"/>
                  </a:lnTo>
                  <a:close/>
                </a:path>
                <a:path extrusionOk="0" h="160654" w="1282064">
                  <a:moveTo>
                    <a:pt x="298792" y="131762"/>
                  </a:moveTo>
                  <a:lnTo>
                    <a:pt x="298450" y="119164"/>
                  </a:lnTo>
                  <a:lnTo>
                    <a:pt x="298323" y="114490"/>
                  </a:lnTo>
                  <a:lnTo>
                    <a:pt x="297649" y="89649"/>
                  </a:lnTo>
                  <a:lnTo>
                    <a:pt x="297357" y="78486"/>
                  </a:lnTo>
                  <a:lnTo>
                    <a:pt x="294513" y="61950"/>
                  </a:lnTo>
                  <a:lnTo>
                    <a:pt x="292900" y="59410"/>
                  </a:lnTo>
                  <a:lnTo>
                    <a:pt x="287045" y="50139"/>
                  </a:lnTo>
                  <a:lnTo>
                    <a:pt x="274929" y="43053"/>
                  </a:lnTo>
                  <a:lnTo>
                    <a:pt x="272161" y="42672"/>
                  </a:lnTo>
                  <a:lnTo>
                    <a:pt x="272161" y="101168"/>
                  </a:lnTo>
                  <a:lnTo>
                    <a:pt x="270713" y="105486"/>
                  </a:lnTo>
                  <a:lnTo>
                    <a:pt x="264236" y="112687"/>
                  </a:lnTo>
                  <a:lnTo>
                    <a:pt x="259918" y="114490"/>
                  </a:lnTo>
                  <a:lnTo>
                    <a:pt x="251282" y="114490"/>
                  </a:lnTo>
                  <a:lnTo>
                    <a:pt x="248031" y="113398"/>
                  </a:lnTo>
                  <a:lnTo>
                    <a:pt x="245872" y="111607"/>
                  </a:lnTo>
                  <a:lnTo>
                    <a:pt x="243713" y="109448"/>
                  </a:lnTo>
                  <a:lnTo>
                    <a:pt x="242633" y="106921"/>
                  </a:lnTo>
                  <a:lnTo>
                    <a:pt x="242633" y="103682"/>
                  </a:lnTo>
                  <a:lnTo>
                    <a:pt x="242277" y="96850"/>
                  </a:lnTo>
                  <a:lnTo>
                    <a:pt x="246595" y="92887"/>
                  </a:lnTo>
                  <a:lnTo>
                    <a:pt x="255600" y="91808"/>
                  </a:lnTo>
                  <a:lnTo>
                    <a:pt x="271792" y="89649"/>
                  </a:lnTo>
                  <a:lnTo>
                    <a:pt x="271856" y="96850"/>
                  </a:lnTo>
                  <a:lnTo>
                    <a:pt x="272161" y="101168"/>
                  </a:lnTo>
                  <a:lnTo>
                    <a:pt x="272161" y="42672"/>
                  </a:lnTo>
                  <a:lnTo>
                    <a:pt x="258114" y="40678"/>
                  </a:lnTo>
                  <a:lnTo>
                    <a:pt x="252717" y="40678"/>
                  </a:lnTo>
                  <a:lnTo>
                    <a:pt x="246595" y="41414"/>
                  </a:lnTo>
                  <a:lnTo>
                    <a:pt x="240118" y="42849"/>
                  </a:lnTo>
                  <a:lnTo>
                    <a:pt x="233273" y="44284"/>
                  </a:lnTo>
                  <a:lnTo>
                    <a:pt x="228231" y="46101"/>
                  </a:lnTo>
                  <a:lnTo>
                    <a:pt x="224282" y="48260"/>
                  </a:lnTo>
                  <a:lnTo>
                    <a:pt x="224993" y="68770"/>
                  </a:lnTo>
                  <a:lnTo>
                    <a:pt x="232143" y="64731"/>
                  </a:lnTo>
                  <a:lnTo>
                    <a:pt x="239572" y="61798"/>
                  </a:lnTo>
                  <a:lnTo>
                    <a:pt x="247269" y="60020"/>
                  </a:lnTo>
                  <a:lnTo>
                    <a:pt x="255231" y="59410"/>
                  </a:lnTo>
                  <a:lnTo>
                    <a:pt x="265671" y="59410"/>
                  </a:lnTo>
                  <a:lnTo>
                    <a:pt x="271081" y="64084"/>
                  </a:lnTo>
                  <a:lnTo>
                    <a:pt x="271437" y="73799"/>
                  </a:lnTo>
                  <a:lnTo>
                    <a:pt x="247319" y="77038"/>
                  </a:lnTo>
                  <a:lnTo>
                    <a:pt x="233883" y="80505"/>
                  </a:lnTo>
                  <a:lnTo>
                    <a:pt x="224409" y="86588"/>
                  </a:lnTo>
                  <a:lnTo>
                    <a:pt x="218909" y="95377"/>
                  </a:lnTo>
                  <a:lnTo>
                    <a:pt x="217436" y="106921"/>
                  </a:lnTo>
                  <a:lnTo>
                    <a:pt x="217436" y="115201"/>
                  </a:lnTo>
                  <a:lnTo>
                    <a:pt x="220319" y="121678"/>
                  </a:lnTo>
                  <a:lnTo>
                    <a:pt x="225361" y="126720"/>
                  </a:lnTo>
                  <a:lnTo>
                    <a:pt x="230390" y="131406"/>
                  </a:lnTo>
                  <a:lnTo>
                    <a:pt x="237236" y="133921"/>
                  </a:lnTo>
                  <a:lnTo>
                    <a:pt x="245872" y="133921"/>
                  </a:lnTo>
                  <a:lnTo>
                    <a:pt x="254177" y="132994"/>
                  </a:lnTo>
                  <a:lnTo>
                    <a:pt x="261302" y="130187"/>
                  </a:lnTo>
                  <a:lnTo>
                    <a:pt x="267284" y="125577"/>
                  </a:lnTo>
                  <a:lnTo>
                    <a:pt x="272161" y="119164"/>
                  </a:lnTo>
                  <a:lnTo>
                    <a:pt x="272516" y="119164"/>
                  </a:lnTo>
                  <a:lnTo>
                    <a:pt x="272872" y="131762"/>
                  </a:lnTo>
                  <a:lnTo>
                    <a:pt x="298792" y="131762"/>
                  </a:lnTo>
                  <a:close/>
                </a:path>
                <a:path extrusionOk="0" h="160654" w="1282064">
                  <a:moveTo>
                    <a:pt x="374040" y="130683"/>
                  </a:moveTo>
                  <a:lnTo>
                    <a:pt x="373672" y="110528"/>
                  </a:lnTo>
                  <a:lnTo>
                    <a:pt x="370801" y="112318"/>
                  </a:lnTo>
                  <a:lnTo>
                    <a:pt x="367919" y="113042"/>
                  </a:lnTo>
                  <a:lnTo>
                    <a:pt x="357479" y="113042"/>
                  </a:lnTo>
                  <a:lnTo>
                    <a:pt x="353872" y="108369"/>
                  </a:lnTo>
                  <a:lnTo>
                    <a:pt x="353517" y="99009"/>
                  </a:lnTo>
                  <a:lnTo>
                    <a:pt x="352793" y="63004"/>
                  </a:lnTo>
                  <a:lnTo>
                    <a:pt x="372592" y="63004"/>
                  </a:lnTo>
                  <a:lnTo>
                    <a:pt x="371881" y="42849"/>
                  </a:lnTo>
                  <a:lnTo>
                    <a:pt x="352082" y="42849"/>
                  </a:lnTo>
                  <a:lnTo>
                    <a:pt x="351358" y="15849"/>
                  </a:lnTo>
                  <a:lnTo>
                    <a:pt x="324358" y="23761"/>
                  </a:lnTo>
                  <a:lnTo>
                    <a:pt x="324713" y="42849"/>
                  </a:lnTo>
                  <a:lnTo>
                    <a:pt x="310311" y="42849"/>
                  </a:lnTo>
                  <a:lnTo>
                    <a:pt x="311035" y="63004"/>
                  </a:lnTo>
                  <a:lnTo>
                    <a:pt x="325437" y="63004"/>
                  </a:lnTo>
                  <a:lnTo>
                    <a:pt x="326517" y="103682"/>
                  </a:lnTo>
                  <a:lnTo>
                    <a:pt x="328536" y="116916"/>
                  </a:lnTo>
                  <a:lnTo>
                    <a:pt x="334111" y="126365"/>
                  </a:lnTo>
                  <a:lnTo>
                    <a:pt x="343268" y="132041"/>
                  </a:lnTo>
                  <a:lnTo>
                    <a:pt x="356031" y="133921"/>
                  </a:lnTo>
                  <a:lnTo>
                    <a:pt x="364312" y="133921"/>
                  </a:lnTo>
                  <a:lnTo>
                    <a:pt x="370078" y="132842"/>
                  </a:lnTo>
                  <a:lnTo>
                    <a:pt x="374040" y="130683"/>
                  </a:lnTo>
                  <a:close/>
                </a:path>
                <a:path extrusionOk="0" h="160654" w="1282064">
                  <a:moveTo>
                    <a:pt x="486359" y="94322"/>
                  </a:moveTo>
                  <a:lnTo>
                    <a:pt x="485990" y="86766"/>
                  </a:lnTo>
                  <a:lnTo>
                    <a:pt x="483120" y="79921"/>
                  </a:lnTo>
                  <a:lnTo>
                    <a:pt x="481317" y="78130"/>
                  </a:lnTo>
                  <a:lnTo>
                    <a:pt x="472313" y="69126"/>
                  </a:lnTo>
                  <a:lnTo>
                    <a:pt x="465112" y="65887"/>
                  </a:lnTo>
                  <a:lnTo>
                    <a:pt x="456831" y="64897"/>
                  </a:lnTo>
                  <a:lnTo>
                    <a:pt x="456831" y="93967"/>
                  </a:lnTo>
                  <a:lnTo>
                    <a:pt x="456831" y="99364"/>
                  </a:lnTo>
                  <a:lnTo>
                    <a:pt x="455041" y="103327"/>
                  </a:lnTo>
                  <a:lnTo>
                    <a:pt x="451434" y="106210"/>
                  </a:lnTo>
                  <a:lnTo>
                    <a:pt x="447840" y="109448"/>
                  </a:lnTo>
                  <a:lnTo>
                    <a:pt x="442798" y="110883"/>
                  </a:lnTo>
                  <a:lnTo>
                    <a:pt x="421195" y="110883"/>
                  </a:lnTo>
                  <a:lnTo>
                    <a:pt x="420471" y="78130"/>
                  </a:lnTo>
                  <a:lnTo>
                    <a:pt x="442074" y="78130"/>
                  </a:lnTo>
                  <a:lnTo>
                    <a:pt x="447471" y="79565"/>
                  </a:lnTo>
                  <a:lnTo>
                    <a:pt x="454672" y="85318"/>
                  </a:lnTo>
                  <a:lnTo>
                    <a:pt x="456476" y="88925"/>
                  </a:lnTo>
                  <a:lnTo>
                    <a:pt x="456831" y="93967"/>
                  </a:lnTo>
                  <a:lnTo>
                    <a:pt x="456831" y="64897"/>
                  </a:lnTo>
                  <a:lnTo>
                    <a:pt x="456120" y="64808"/>
                  </a:lnTo>
                  <a:lnTo>
                    <a:pt x="456120" y="64439"/>
                  </a:lnTo>
                  <a:lnTo>
                    <a:pt x="463321" y="62280"/>
                  </a:lnTo>
                  <a:lnTo>
                    <a:pt x="469074" y="59042"/>
                  </a:lnTo>
                  <a:lnTo>
                    <a:pt x="470611" y="57238"/>
                  </a:lnTo>
                  <a:lnTo>
                    <a:pt x="477710" y="48971"/>
                  </a:lnTo>
                  <a:lnTo>
                    <a:pt x="479882" y="42849"/>
                  </a:lnTo>
                  <a:lnTo>
                    <a:pt x="479882" y="36360"/>
                  </a:lnTo>
                  <a:lnTo>
                    <a:pt x="479552" y="28079"/>
                  </a:lnTo>
                  <a:lnTo>
                    <a:pt x="479513" y="27000"/>
                  </a:lnTo>
                  <a:lnTo>
                    <a:pt x="450354" y="8483"/>
                  </a:lnTo>
                  <a:lnTo>
                    <a:pt x="450354" y="41770"/>
                  </a:lnTo>
                  <a:lnTo>
                    <a:pt x="450354" y="46443"/>
                  </a:lnTo>
                  <a:lnTo>
                    <a:pt x="448919" y="50406"/>
                  </a:lnTo>
                  <a:lnTo>
                    <a:pt x="445681" y="52920"/>
                  </a:lnTo>
                  <a:lnTo>
                    <a:pt x="442442" y="55803"/>
                  </a:lnTo>
                  <a:lnTo>
                    <a:pt x="437756" y="57238"/>
                  </a:lnTo>
                  <a:lnTo>
                    <a:pt x="419760" y="57238"/>
                  </a:lnTo>
                  <a:lnTo>
                    <a:pt x="419036" y="28079"/>
                  </a:lnTo>
                  <a:lnTo>
                    <a:pt x="443153" y="28079"/>
                  </a:lnTo>
                  <a:lnTo>
                    <a:pt x="449999" y="32766"/>
                  </a:lnTo>
                  <a:lnTo>
                    <a:pt x="450354" y="41770"/>
                  </a:lnTo>
                  <a:lnTo>
                    <a:pt x="450354" y="8483"/>
                  </a:lnTo>
                  <a:lnTo>
                    <a:pt x="445516" y="7683"/>
                  </a:lnTo>
                  <a:lnTo>
                    <a:pt x="435597" y="7200"/>
                  </a:lnTo>
                  <a:lnTo>
                    <a:pt x="390232" y="7200"/>
                  </a:lnTo>
                  <a:lnTo>
                    <a:pt x="393839" y="131762"/>
                  </a:lnTo>
                  <a:lnTo>
                    <a:pt x="441718" y="131762"/>
                  </a:lnTo>
                  <a:lnTo>
                    <a:pt x="480021" y="116154"/>
                  </a:lnTo>
                  <a:lnTo>
                    <a:pt x="483044" y="110883"/>
                  </a:lnTo>
                  <a:lnTo>
                    <a:pt x="483692" y="109766"/>
                  </a:lnTo>
                  <a:lnTo>
                    <a:pt x="485813" y="102501"/>
                  </a:lnTo>
                  <a:lnTo>
                    <a:pt x="486359" y="94322"/>
                  </a:lnTo>
                  <a:close/>
                </a:path>
                <a:path extrusionOk="0" h="160654" w="1282064">
                  <a:moveTo>
                    <a:pt x="594360" y="86042"/>
                  </a:moveTo>
                  <a:lnTo>
                    <a:pt x="574001" y="47828"/>
                  </a:lnTo>
                  <a:lnTo>
                    <a:pt x="566585" y="44234"/>
                  </a:lnTo>
                  <a:lnTo>
                    <a:pt x="566585" y="87490"/>
                  </a:lnTo>
                  <a:lnTo>
                    <a:pt x="565823" y="98323"/>
                  </a:lnTo>
                  <a:lnTo>
                    <a:pt x="562356" y="106527"/>
                  </a:lnTo>
                  <a:lnTo>
                    <a:pt x="556247" y="111429"/>
                  </a:lnTo>
                  <a:lnTo>
                    <a:pt x="547560" y="113042"/>
                  </a:lnTo>
                  <a:lnTo>
                    <a:pt x="538340" y="111429"/>
                  </a:lnTo>
                  <a:lnTo>
                    <a:pt x="531761" y="106616"/>
                  </a:lnTo>
                  <a:lnTo>
                    <a:pt x="527659" y="98628"/>
                  </a:lnTo>
                  <a:lnTo>
                    <a:pt x="525957" y="87490"/>
                  </a:lnTo>
                  <a:lnTo>
                    <a:pt x="525957" y="79209"/>
                  </a:lnTo>
                  <a:lnTo>
                    <a:pt x="527392" y="72720"/>
                  </a:lnTo>
                  <a:lnTo>
                    <a:pt x="530999" y="68402"/>
                  </a:lnTo>
                  <a:lnTo>
                    <a:pt x="534593" y="63728"/>
                  </a:lnTo>
                  <a:lnTo>
                    <a:pt x="539635" y="61569"/>
                  </a:lnTo>
                  <a:lnTo>
                    <a:pt x="546112" y="61569"/>
                  </a:lnTo>
                  <a:lnTo>
                    <a:pt x="566585" y="87490"/>
                  </a:lnTo>
                  <a:lnTo>
                    <a:pt x="566585" y="44234"/>
                  </a:lnTo>
                  <a:lnTo>
                    <a:pt x="565861" y="43878"/>
                  </a:lnTo>
                  <a:lnTo>
                    <a:pt x="556577" y="41490"/>
                  </a:lnTo>
                  <a:lnTo>
                    <a:pt x="546112" y="40678"/>
                  </a:lnTo>
                  <a:lnTo>
                    <a:pt x="535381" y="41490"/>
                  </a:lnTo>
                  <a:lnTo>
                    <a:pt x="501116" y="68097"/>
                  </a:lnTo>
                  <a:lnTo>
                    <a:pt x="498233" y="87490"/>
                  </a:lnTo>
                  <a:lnTo>
                    <a:pt x="499300" y="97688"/>
                  </a:lnTo>
                  <a:lnTo>
                    <a:pt x="527253" y="130733"/>
                  </a:lnTo>
                  <a:lnTo>
                    <a:pt x="547192" y="133921"/>
                  </a:lnTo>
                  <a:lnTo>
                    <a:pt x="557860" y="133121"/>
                  </a:lnTo>
                  <a:lnTo>
                    <a:pt x="588352" y="113042"/>
                  </a:lnTo>
                  <a:lnTo>
                    <a:pt x="591642" y="105943"/>
                  </a:lnTo>
                  <a:lnTo>
                    <a:pt x="593813" y="96570"/>
                  </a:lnTo>
                  <a:lnTo>
                    <a:pt x="594360" y="86042"/>
                  </a:lnTo>
                  <a:close/>
                </a:path>
                <a:path extrusionOk="0" h="160654" w="1282064">
                  <a:moveTo>
                    <a:pt x="668159" y="130683"/>
                  </a:moveTo>
                  <a:lnTo>
                    <a:pt x="667791" y="110528"/>
                  </a:lnTo>
                  <a:lnTo>
                    <a:pt x="664921" y="112318"/>
                  </a:lnTo>
                  <a:lnTo>
                    <a:pt x="662038" y="113042"/>
                  </a:lnTo>
                  <a:lnTo>
                    <a:pt x="651598" y="113042"/>
                  </a:lnTo>
                  <a:lnTo>
                    <a:pt x="647992" y="108369"/>
                  </a:lnTo>
                  <a:lnTo>
                    <a:pt x="647636" y="99009"/>
                  </a:lnTo>
                  <a:lnTo>
                    <a:pt x="646912" y="63004"/>
                  </a:lnTo>
                  <a:lnTo>
                    <a:pt x="666711" y="63004"/>
                  </a:lnTo>
                  <a:lnTo>
                    <a:pt x="666000" y="42849"/>
                  </a:lnTo>
                  <a:lnTo>
                    <a:pt x="646201" y="42849"/>
                  </a:lnTo>
                  <a:lnTo>
                    <a:pt x="645477" y="15849"/>
                  </a:lnTo>
                  <a:lnTo>
                    <a:pt x="618477" y="23761"/>
                  </a:lnTo>
                  <a:lnTo>
                    <a:pt x="618832" y="42849"/>
                  </a:lnTo>
                  <a:lnTo>
                    <a:pt x="604431" y="42849"/>
                  </a:lnTo>
                  <a:lnTo>
                    <a:pt x="605155" y="63004"/>
                  </a:lnTo>
                  <a:lnTo>
                    <a:pt x="619556" y="63004"/>
                  </a:lnTo>
                  <a:lnTo>
                    <a:pt x="620636" y="103682"/>
                  </a:lnTo>
                  <a:lnTo>
                    <a:pt x="622655" y="116916"/>
                  </a:lnTo>
                  <a:lnTo>
                    <a:pt x="628230" y="126365"/>
                  </a:lnTo>
                  <a:lnTo>
                    <a:pt x="637387" y="132041"/>
                  </a:lnTo>
                  <a:lnTo>
                    <a:pt x="650151" y="133921"/>
                  </a:lnTo>
                  <a:lnTo>
                    <a:pt x="658431" y="133921"/>
                  </a:lnTo>
                  <a:lnTo>
                    <a:pt x="664197" y="132842"/>
                  </a:lnTo>
                  <a:lnTo>
                    <a:pt x="668159" y="130683"/>
                  </a:lnTo>
                  <a:close/>
                </a:path>
                <a:path extrusionOk="0" h="160654" w="1282064">
                  <a:moveTo>
                    <a:pt x="786955" y="160210"/>
                  </a:moveTo>
                  <a:lnTo>
                    <a:pt x="774852" y="142671"/>
                  </a:lnTo>
                  <a:lnTo>
                    <a:pt x="766114" y="124117"/>
                  </a:lnTo>
                  <a:lnTo>
                    <a:pt x="760679" y="104622"/>
                  </a:lnTo>
                  <a:lnTo>
                    <a:pt x="758520" y="84239"/>
                  </a:lnTo>
                  <a:lnTo>
                    <a:pt x="759650" y="63652"/>
                  </a:lnTo>
                  <a:lnTo>
                    <a:pt x="764133" y="43967"/>
                  </a:lnTo>
                  <a:lnTo>
                    <a:pt x="771918" y="25171"/>
                  </a:lnTo>
                  <a:lnTo>
                    <a:pt x="782993" y="7200"/>
                  </a:lnTo>
                  <a:lnTo>
                    <a:pt x="760679" y="7200"/>
                  </a:lnTo>
                  <a:lnTo>
                    <a:pt x="748715" y="24561"/>
                  </a:lnTo>
                  <a:lnTo>
                    <a:pt x="740371" y="43167"/>
                  </a:lnTo>
                  <a:lnTo>
                    <a:pt x="735609" y="63042"/>
                  </a:lnTo>
                  <a:lnTo>
                    <a:pt x="734390" y="84239"/>
                  </a:lnTo>
                  <a:lnTo>
                    <a:pt x="736676" y="105841"/>
                  </a:lnTo>
                  <a:lnTo>
                    <a:pt x="742492" y="125742"/>
                  </a:lnTo>
                  <a:lnTo>
                    <a:pt x="751801" y="143891"/>
                  </a:lnTo>
                  <a:lnTo>
                    <a:pt x="764641" y="160210"/>
                  </a:lnTo>
                  <a:lnTo>
                    <a:pt x="786955" y="160210"/>
                  </a:lnTo>
                  <a:close/>
                </a:path>
                <a:path extrusionOk="0" h="160654" w="1282064">
                  <a:moveTo>
                    <a:pt x="906475" y="131762"/>
                  </a:moveTo>
                  <a:lnTo>
                    <a:pt x="882002" y="94678"/>
                  </a:lnTo>
                  <a:lnTo>
                    <a:pt x="880554" y="92887"/>
                  </a:lnTo>
                  <a:lnTo>
                    <a:pt x="879475" y="91084"/>
                  </a:lnTo>
                  <a:lnTo>
                    <a:pt x="877671" y="88925"/>
                  </a:lnTo>
                  <a:lnTo>
                    <a:pt x="876236" y="86766"/>
                  </a:lnTo>
                  <a:lnTo>
                    <a:pt x="874801" y="84963"/>
                  </a:lnTo>
                  <a:lnTo>
                    <a:pt x="873721" y="83883"/>
                  </a:lnTo>
                  <a:lnTo>
                    <a:pt x="872998" y="83159"/>
                  </a:lnTo>
                  <a:lnTo>
                    <a:pt x="871194" y="81724"/>
                  </a:lnTo>
                  <a:lnTo>
                    <a:pt x="869759" y="79921"/>
                  </a:lnTo>
                  <a:lnTo>
                    <a:pt x="867956" y="78841"/>
                  </a:lnTo>
                  <a:lnTo>
                    <a:pt x="866152" y="77406"/>
                  </a:lnTo>
                  <a:lnTo>
                    <a:pt x="864362" y="76327"/>
                  </a:lnTo>
                  <a:lnTo>
                    <a:pt x="862558" y="75958"/>
                  </a:lnTo>
                  <a:lnTo>
                    <a:pt x="862558" y="75603"/>
                  </a:lnTo>
                  <a:lnTo>
                    <a:pt x="866521" y="74523"/>
                  </a:lnTo>
                  <a:lnTo>
                    <a:pt x="870470" y="72720"/>
                  </a:lnTo>
                  <a:lnTo>
                    <a:pt x="873721" y="70561"/>
                  </a:lnTo>
                  <a:lnTo>
                    <a:pt x="877316" y="68402"/>
                  </a:lnTo>
                  <a:lnTo>
                    <a:pt x="880198" y="65887"/>
                  </a:lnTo>
                  <a:lnTo>
                    <a:pt x="882357" y="63004"/>
                  </a:lnTo>
                  <a:lnTo>
                    <a:pt x="884872" y="60121"/>
                  </a:lnTo>
                  <a:lnTo>
                    <a:pt x="886675" y="56527"/>
                  </a:lnTo>
                  <a:lnTo>
                    <a:pt x="887755" y="52920"/>
                  </a:lnTo>
                  <a:lnTo>
                    <a:pt x="889190" y="49326"/>
                  </a:lnTo>
                  <a:lnTo>
                    <a:pt x="889558" y="45364"/>
                  </a:lnTo>
                  <a:lnTo>
                    <a:pt x="889558" y="41046"/>
                  </a:lnTo>
                  <a:lnTo>
                    <a:pt x="886663" y="28079"/>
                  </a:lnTo>
                  <a:lnTo>
                    <a:pt x="886244" y="26200"/>
                  </a:lnTo>
                  <a:lnTo>
                    <a:pt x="877404" y="15621"/>
                  </a:lnTo>
                  <a:lnTo>
                    <a:pt x="863015" y="9309"/>
                  </a:lnTo>
                  <a:lnTo>
                    <a:pt x="860399" y="9042"/>
                  </a:lnTo>
                  <a:lnTo>
                    <a:pt x="860399" y="49695"/>
                  </a:lnTo>
                  <a:lnTo>
                    <a:pt x="858596" y="54381"/>
                  </a:lnTo>
                  <a:lnTo>
                    <a:pt x="855002" y="57607"/>
                  </a:lnTo>
                  <a:lnTo>
                    <a:pt x="851395" y="61201"/>
                  </a:lnTo>
                  <a:lnTo>
                    <a:pt x="846353" y="63004"/>
                  </a:lnTo>
                  <a:lnTo>
                    <a:pt x="828357" y="63004"/>
                  </a:lnTo>
                  <a:lnTo>
                    <a:pt x="827278" y="28079"/>
                  </a:lnTo>
                  <a:lnTo>
                    <a:pt x="839876" y="28079"/>
                  </a:lnTo>
                  <a:lnTo>
                    <a:pt x="848588" y="29108"/>
                  </a:lnTo>
                  <a:lnTo>
                    <a:pt x="854811" y="32181"/>
                  </a:lnTo>
                  <a:lnTo>
                    <a:pt x="858596" y="37350"/>
                  </a:lnTo>
                  <a:lnTo>
                    <a:pt x="860031" y="44640"/>
                  </a:lnTo>
                  <a:lnTo>
                    <a:pt x="860399" y="49695"/>
                  </a:lnTo>
                  <a:lnTo>
                    <a:pt x="860399" y="9042"/>
                  </a:lnTo>
                  <a:lnTo>
                    <a:pt x="843114" y="7200"/>
                  </a:lnTo>
                  <a:lnTo>
                    <a:pt x="798474" y="7200"/>
                  </a:lnTo>
                  <a:lnTo>
                    <a:pt x="802081" y="131762"/>
                  </a:lnTo>
                  <a:lnTo>
                    <a:pt x="830160" y="131762"/>
                  </a:lnTo>
                  <a:lnTo>
                    <a:pt x="828713" y="83883"/>
                  </a:lnTo>
                  <a:lnTo>
                    <a:pt x="838073" y="83883"/>
                  </a:lnTo>
                  <a:lnTo>
                    <a:pt x="848156" y="91084"/>
                  </a:lnTo>
                  <a:lnTo>
                    <a:pt x="849591" y="92887"/>
                  </a:lnTo>
                  <a:lnTo>
                    <a:pt x="852474" y="97205"/>
                  </a:lnTo>
                  <a:lnTo>
                    <a:pt x="853922" y="99720"/>
                  </a:lnTo>
                  <a:lnTo>
                    <a:pt x="874433" y="131762"/>
                  </a:lnTo>
                  <a:lnTo>
                    <a:pt x="906475" y="131762"/>
                  </a:lnTo>
                  <a:close/>
                </a:path>
                <a:path extrusionOk="0" h="160654" w="1282064">
                  <a:moveTo>
                    <a:pt x="999718" y="131762"/>
                  </a:moveTo>
                  <a:lnTo>
                    <a:pt x="997191" y="42849"/>
                  </a:lnTo>
                  <a:lnTo>
                    <a:pt x="969835" y="42849"/>
                  </a:lnTo>
                  <a:lnTo>
                    <a:pt x="971270" y="93967"/>
                  </a:lnTo>
                  <a:lnTo>
                    <a:pt x="971270" y="99720"/>
                  </a:lnTo>
                  <a:lnTo>
                    <a:pt x="969835" y="104406"/>
                  </a:lnTo>
                  <a:lnTo>
                    <a:pt x="966952" y="108000"/>
                  </a:lnTo>
                  <a:lnTo>
                    <a:pt x="964082" y="111239"/>
                  </a:lnTo>
                  <a:lnTo>
                    <a:pt x="960475" y="113042"/>
                  </a:lnTo>
                  <a:lnTo>
                    <a:pt x="945362" y="113042"/>
                  </a:lnTo>
                  <a:lnTo>
                    <a:pt x="940320" y="106921"/>
                  </a:lnTo>
                  <a:lnTo>
                    <a:pt x="938517" y="42849"/>
                  </a:lnTo>
                  <a:lnTo>
                    <a:pt x="911161" y="42849"/>
                  </a:lnTo>
                  <a:lnTo>
                    <a:pt x="912596" y="96481"/>
                  </a:lnTo>
                  <a:lnTo>
                    <a:pt x="930922" y="131572"/>
                  </a:lnTo>
                  <a:lnTo>
                    <a:pt x="944638" y="133921"/>
                  </a:lnTo>
                  <a:lnTo>
                    <a:pt x="952588" y="132981"/>
                  </a:lnTo>
                  <a:lnTo>
                    <a:pt x="959700" y="130098"/>
                  </a:lnTo>
                  <a:lnTo>
                    <a:pt x="965936" y="125272"/>
                  </a:lnTo>
                  <a:lnTo>
                    <a:pt x="971270" y="118440"/>
                  </a:lnTo>
                  <a:lnTo>
                    <a:pt x="971994" y="118440"/>
                  </a:lnTo>
                  <a:lnTo>
                    <a:pt x="972350" y="131762"/>
                  </a:lnTo>
                  <a:lnTo>
                    <a:pt x="999718" y="131762"/>
                  </a:lnTo>
                  <a:close/>
                </a:path>
                <a:path extrusionOk="0" h="160654" w="1282064">
                  <a:moveTo>
                    <a:pt x="1110957" y="131762"/>
                  </a:moveTo>
                  <a:lnTo>
                    <a:pt x="1110615" y="119519"/>
                  </a:lnTo>
                  <a:lnTo>
                    <a:pt x="1110437" y="113042"/>
                  </a:lnTo>
                  <a:lnTo>
                    <a:pt x="1109027" y="61569"/>
                  </a:lnTo>
                  <a:lnTo>
                    <a:pt x="1108798" y="52920"/>
                  </a:lnTo>
                  <a:lnTo>
                    <a:pt x="1107351" y="0"/>
                  </a:lnTo>
                  <a:lnTo>
                    <a:pt x="1082522" y="0"/>
                  </a:lnTo>
                  <a:lnTo>
                    <a:pt x="1082522" y="88569"/>
                  </a:lnTo>
                  <a:lnTo>
                    <a:pt x="1082522" y="95770"/>
                  </a:lnTo>
                  <a:lnTo>
                    <a:pt x="1081074" y="101879"/>
                  </a:lnTo>
                  <a:lnTo>
                    <a:pt x="1077480" y="106210"/>
                  </a:lnTo>
                  <a:lnTo>
                    <a:pt x="1074242" y="110883"/>
                  </a:lnTo>
                  <a:lnTo>
                    <a:pt x="1069555" y="113042"/>
                  </a:lnTo>
                  <a:lnTo>
                    <a:pt x="1058037" y="113042"/>
                  </a:lnTo>
                  <a:lnTo>
                    <a:pt x="1053350" y="110883"/>
                  </a:lnTo>
                  <a:lnTo>
                    <a:pt x="1050112" y="106565"/>
                  </a:lnTo>
                  <a:lnTo>
                    <a:pt x="1046518" y="102603"/>
                  </a:lnTo>
                  <a:lnTo>
                    <a:pt x="1044714" y="96481"/>
                  </a:lnTo>
                  <a:lnTo>
                    <a:pt x="1044384" y="89281"/>
                  </a:lnTo>
                  <a:lnTo>
                    <a:pt x="1044359" y="80289"/>
                  </a:lnTo>
                  <a:lnTo>
                    <a:pt x="1045794" y="73444"/>
                  </a:lnTo>
                  <a:lnTo>
                    <a:pt x="1049032" y="68770"/>
                  </a:lnTo>
                  <a:lnTo>
                    <a:pt x="1052639" y="64084"/>
                  </a:lnTo>
                  <a:lnTo>
                    <a:pt x="1057313" y="61569"/>
                  </a:lnTo>
                  <a:lnTo>
                    <a:pt x="1068832" y="61569"/>
                  </a:lnTo>
                  <a:lnTo>
                    <a:pt x="1073150" y="63360"/>
                  </a:lnTo>
                  <a:lnTo>
                    <a:pt x="1080350" y="71285"/>
                  </a:lnTo>
                  <a:lnTo>
                    <a:pt x="1082154" y="75958"/>
                  </a:lnTo>
                  <a:lnTo>
                    <a:pt x="1082154" y="81724"/>
                  </a:lnTo>
                  <a:lnTo>
                    <a:pt x="1082522" y="88569"/>
                  </a:lnTo>
                  <a:lnTo>
                    <a:pt x="1082522" y="0"/>
                  </a:lnTo>
                  <a:lnTo>
                    <a:pt x="1079639" y="0"/>
                  </a:lnTo>
                  <a:lnTo>
                    <a:pt x="1081074" y="52920"/>
                  </a:lnTo>
                  <a:lnTo>
                    <a:pt x="1080719" y="52920"/>
                  </a:lnTo>
                  <a:lnTo>
                    <a:pt x="1076528" y="47523"/>
                  </a:lnTo>
                  <a:lnTo>
                    <a:pt x="1071029" y="43700"/>
                  </a:lnTo>
                  <a:lnTo>
                    <a:pt x="1064260" y="41427"/>
                  </a:lnTo>
                  <a:lnTo>
                    <a:pt x="1056233" y="40678"/>
                  </a:lnTo>
                  <a:lnTo>
                    <a:pt x="1047521" y="41503"/>
                  </a:lnTo>
                  <a:lnTo>
                    <a:pt x="1019009" y="69354"/>
                  </a:lnTo>
                  <a:lnTo>
                    <a:pt x="1016635" y="89281"/>
                  </a:lnTo>
                  <a:lnTo>
                    <a:pt x="1017562" y="99275"/>
                  </a:lnTo>
                  <a:lnTo>
                    <a:pt x="1039990" y="130962"/>
                  </a:lnTo>
                  <a:lnTo>
                    <a:pt x="1055154" y="133921"/>
                  </a:lnTo>
                  <a:lnTo>
                    <a:pt x="1063726" y="133045"/>
                  </a:lnTo>
                  <a:lnTo>
                    <a:pt x="1071130" y="130378"/>
                  </a:lnTo>
                  <a:lnTo>
                    <a:pt x="1077379" y="125882"/>
                  </a:lnTo>
                  <a:lnTo>
                    <a:pt x="1082522" y="119519"/>
                  </a:lnTo>
                  <a:lnTo>
                    <a:pt x="1082878" y="119519"/>
                  </a:lnTo>
                  <a:lnTo>
                    <a:pt x="1083233" y="131762"/>
                  </a:lnTo>
                  <a:lnTo>
                    <a:pt x="1110957" y="131762"/>
                  </a:lnTo>
                  <a:close/>
                </a:path>
                <a:path extrusionOk="0" h="160654" w="1282064">
                  <a:moveTo>
                    <a:pt x="1222197" y="86042"/>
                  </a:moveTo>
                  <a:lnTo>
                    <a:pt x="1201839" y="47828"/>
                  </a:lnTo>
                  <a:lnTo>
                    <a:pt x="1194422" y="44234"/>
                  </a:lnTo>
                  <a:lnTo>
                    <a:pt x="1194422" y="87490"/>
                  </a:lnTo>
                  <a:lnTo>
                    <a:pt x="1193660" y="98323"/>
                  </a:lnTo>
                  <a:lnTo>
                    <a:pt x="1190193" y="106527"/>
                  </a:lnTo>
                  <a:lnTo>
                    <a:pt x="1184097" y="111429"/>
                  </a:lnTo>
                  <a:lnTo>
                    <a:pt x="1175397" y="113042"/>
                  </a:lnTo>
                  <a:lnTo>
                    <a:pt x="1166177" y="111429"/>
                  </a:lnTo>
                  <a:lnTo>
                    <a:pt x="1159598" y="106616"/>
                  </a:lnTo>
                  <a:lnTo>
                    <a:pt x="1155496" y="98628"/>
                  </a:lnTo>
                  <a:lnTo>
                    <a:pt x="1153795" y="87490"/>
                  </a:lnTo>
                  <a:lnTo>
                    <a:pt x="1153795" y="79209"/>
                  </a:lnTo>
                  <a:lnTo>
                    <a:pt x="1155230" y="72720"/>
                  </a:lnTo>
                  <a:lnTo>
                    <a:pt x="1158836" y="68402"/>
                  </a:lnTo>
                  <a:lnTo>
                    <a:pt x="1162431" y="63728"/>
                  </a:lnTo>
                  <a:lnTo>
                    <a:pt x="1167472" y="61569"/>
                  </a:lnTo>
                  <a:lnTo>
                    <a:pt x="1173962" y="61569"/>
                  </a:lnTo>
                  <a:lnTo>
                    <a:pt x="1194422" y="87490"/>
                  </a:lnTo>
                  <a:lnTo>
                    <a:pt x="1194422" y="44234"/>
                  </a:lnTo>
                  <a:lnTo>
                    <a:pt x="1193711" y="43878"/>
                  </a:lnTo>
                  <a:lnTo>
                    <a:pt x="1184427" y="41490"/>
                  </a:lnTo>
                  <a:lnTo>
                    <a:pt x="1173962" y="40678"/>
                  </a:lnTo>
                  <a:lnTo>
                    <a:pt x="1163218" y="41490"/>
                  </a:lnTo>
                  <a:lnTo>
                    <a:pt x="1128953" y="68097"/>
                  </a:lnTo>
                  <a:lnTo>
                    <a:pt x="1126070" y="87490"/>
                  </a:lnTo>
                  <a:lnTo>
                    <a:pt x="1127137" y="97688"/>
                  </a:lnTo>
                  <a:lnTo>
                    <a:pt x="1155090" y="130733"/>
                  </a:lnTo>
                  <a:lnTo>
                    <a:pt x="1175042" y="133921"/>
                  </a:lnTo>
                  <a:lnTo>
                    <a:pt x="1185710" y="133121"/>
                  </a:lnTo>
                  <a:lnTo>
                    <a:pt x="1216190" y="113042"/>
                  </a:lnTo>
                  <a:lnTo>
                    <a:pt x="1219492" y="105943"/>
                  </a:lnTo>
                  <a:lnTo>
                    <a:pt x="1221651" y="96570"/>
                  </a:lnTo>
                  <a:lnTo>
                    <a:pt x="1222197" y="86042"/>
                  </a:lnTo>
                  <a:close/>
                </a:path>
                <a:path extrusionOk="0" h="160654" w="1282064">
                  <a:moveTo>
                    <a:pt x="1281950" y="84239"/>
                  </a:moveTo>
                  <a:lnTo>
                    <a:pt x="1279652" y="63042"/>
                  </a:lnTo>
                  <a:lnTo>
                    <a:pt x="1273810" y="43167"/>
                  </a:lnTo>
                  <a:lnTo>
                    <a:pt x="1264386" y="24561"/>
                  </a:lnTo>
                  <a:lnTo>
                    <a:pt x="1251356" y="7200"/>
                  </a:lnTo>
                  <a:lnTo>
                    <a:pt x="1229042" y="7200"/>
                  </a:lnTo>
                  <a:lnTo>
                    <a:pt x="1241171" y="25171"/>
                  </a:lnTo>
                  <a:lnTo>
                    <a:pt x="1250048" y="43967"/>
                  </a:lnTo>
                  <a:lnTo>
                    <a:pt x="1255610" y="63652"/>
                  </a:lnTo>
                  <a:lnTo>
                    <a:pt x="1257833" y="84239"/>
                  </a:lnTo>
                  <a:lnTo>
                    <a:pt x="1256677" y="104775"/>
                  </a:lnTo>
                  <a:lnTo>
                    <a:pt x="1252156" y="124256"/>
                  </a:lnTo>
                  <a:lnTo>
                    <a:pt x="1244257" y="142722"/>
                  </a:lnTo>
                  <a:lnTo>
                    <a:pt x="1232992" y="160210"/>
                  </a:lnTo>
                  <a:lnTo>
                    <a:pt x="1255318" y="160210"/>
                  </a:lnTo>
                  <a:lnTo>
                    <a:pt x="1267472" y="143738"/>
                  </a:lnTo>
                  <a:lnTo>
                    <a:pt x="1275918" y="125603"/>
                  </a:lnTo>
                  <a:lnTo>
                    <a:pt x="1280718" y="105791"/>
                  </a:lnTo>
                  <a:lnTo>
                    <a:pt x="1281950" y="84239"/>
                  </a:lnTo>
                  <a:close/>
                </a:path>
              </a:pathLst>
            </a:custGeom>
            <a:solidFill>
              <a:srgbClr val="0007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3507485" y="5050434"/>
              <a:ext cx="46990" cy="46355"/>
            </a:xfrm>
            <a:custGeom>
              <a:rect b="b" l="l" r="r" t="t"/>
              <a:pathLst>
                <a:path extrusionOk="0" h="46354" w="46989">
                  <a:moveTo>
                    <a:pt x="29159" y="0"/>
                  </a:moveTo>
                  <a:lnTo>
                    <a:pt x="16192" y="0"/>
                  </a:lnTo>
                  <a:lnTo>
                    <a:pt x="11150" y="2171"/>
                  </a:lnTo>
                  <a:lnTo>
                    <a:pt x="2159" y="11163"/>
                  </a:lnTo>
                  <a:lnTo>
                    <a:pt x="0" y="16560"/>
                  </a:lnTo>
                  <a:lnTo>
                    <a:pt x="355" y="23050"/>
                  </a:lnTo>
                  <a:lnTo>
                    <a:pt x="355" y="29527"/>
                  </a:lnTo>
                  <a:lnTo>
                    <a:pt x="2870" y="34925"/>
                  </a:lnTo>
                  <a:lnTo>
                    <a:pt x="7556" y="39243"/>
                  </a:lnTo>
                  <a:lnTo>
                    <a:pt x="12230" y="43929"/>
                  </a:lnTo>
                  <a:lnTo>
                    <a:pt x="17640" y="46088"/>
                  </a:lnTo>
                  <a:lnTo>
                    <a:pt x="30238" y="46088"/>
                  </a:lnTo>
                  <a:lnTo>
                    <a:pt x="35636" y="43929"/>
                  </a:lnTo>
                  <a:lnTo>
                    <a:pt x="39954" y="39243"/>
                  </a:lnTo>
                  <a:lnTo>
                    <a:pt x="44272" y="34925"/>
                  </a:lnTo>
                  <a:lnTo>
                    <a:pt x="46431" y="29527"/>
                  </a:lnTo>
                  <a:lnTo>
                    <a:pt x="46431" y="23050"/>
                  </a:lnTo>
                  <a:lnTo>
                    <a:pt x="46075" y="16560"/>
                  </a:lnTo>
                  <a:lnTo>
                    <a:pt x="43916" y="11163"/>
                  </a:lnTo>
                  <a:lnTo>
                    <a:pt x="39230" y="6845"/>
                  </a:lnTo>
                  <a:lnTo>
                    <a:pt x="34556" y="2171"/>
                  </a:lnTo>
                  <a:lnTo>
                    <a:pt x="291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5" name="Google Shape;85;p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830764" y="5214594"/>
              <a:ext cx="2202472" cy="426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914601" y="4806365"/>
              <a:ext cx="1290954" cy="1677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9"/>
            <p:cNvSpPr/>
            <p:nvPr/>
          </p:nvSpPr>
          <p:spPr>
            <a:xfrm>
              <a:off x="7041603" y="5050802"/>
              <a:ext cx="46990" cy="46355"/>
            </a:xfrm>
            <a:custGeom>
              <a:rect b="b" l="l" r="r" t="t"/>
              <a:pathLst>
                <a:path extrusionOk="0" h="46354" w="46990">
                  <a:moveTo>
                    <a:pt x="28790" y="0"/>
                  </a:moveTo>
                  <a:lnTo>
                    <a:pt x="16192" y="0"/>
                  </a:lnTo>
                  <a:lnTo>
                    <a:pt x="10795" y="2159"/>
                  </a:lnTo>
                  <a:lnTo>
                    <a:pt x="6476" y="6832"/>
                  </a:lnTo>
                  <a:lnTo>
                    <a:pt x="2158" y="11163"/>
                  </a:lnTo>
                  <a:lnTo>
                    <a:pt x="0" y="16560"/>
                  </a:lnTo>
                  <a:lnTo>
                    <a:pt x="0" y="23037"/>
                  </a:lnTo>
                  <a:lnTo>
                    <a:pt x="355" y="29514"/>
                  </a:lnTo>
                  <a:lnTo>
                    <a:pt x="2514" y="34912"/>
                  </a:lnTo>
                  <a:lnTo>
                    <a:pt x="7200" y="39243"/>
                  </a:lnTo>
                  <a:lnTo>
                    <a:pt x="11874" y="43916"/>
                  </a:lnTo>
                  <a:lnTo>
                    <a:pt x="17272" y="46075"/>
                  </a:lnTo>
                  <a:lnTo>
                    <a:pt x="30238" y="46075"/>
                  </a:lnTo>
                  <a:lnTo>
                    <a:pt x="35280" y="43916"/>
                  </a:lnTo>
                  <a:lnTo>
                    <a:pt x="44272" y="34912"/>
                  </a:lnTo>
                  <a:lnTo>
                    <a:pt x="46431" y="29514"/>
                  </a:lnTo>
                  <a:lnTo>
                    <a:pt x="46075" y="23037"/>
                  </a:lnTo>
                  <a:lnTo>
                    <a:pt x="46075" y="16560"/>
                  </a:lnTo>
                  <a:lnTo>
                    <a:pt x="43560" y="11163"/>
                  </a:lnTo>
                  <a:lnTo>
                    <a:pt x="38874" y="6832"/>
                  </a:lnTo>
                  <a:lnTo>
                    <a:pt x="34201" y="2159"/>
                  </a:lnTo>
                  <a:lnTo>
                    <a:pt x="287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8" name="Google Shape;88;p9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364514" y="5214962"/>
              <a:ext cx="2365565" cy="2753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526883" y="2142362"/>
              <a:ext cx="1869478" cy="2750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0"/>
          <p:cNvGrpSpPr/>
          <p:nvPr/>
        </p:nvGrpSpPr>
        <p:grpSpPr>
          <a:xfrm>
            <a:off x="365036" y="1187995"/>
            <a:ext cx="1826895" cy="635"/>
            <a:chOff x="365036" y="1187995"/>
            <a:chExt cx="1826895" cy="635"/>
          </a:xfrm>
        </p:grpSpPr>
        <p:sp>
          <p:nvSpPr>
            <p:cNvPr id="95" name="Google Shape;95;p10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1826641" y="0"/>
                  </a:moveTo>
                  <a:lnTo>
                    <a:pt x="0" y="0"/>
                  </a:lnTo>
                  <a:lnTo>
                    <a:pt x="0" y="368"/>
                  </a:lnTo>
                  <a:lnTo>
                    <a:pt x="913320" y="368"/>
                  </a:lnTo>
                  <a:lnTo>
                    <a:pt x="1826641" y="368"/>
                  </a:lnTo>
                  <a:lnTo>
                    <a:pt x="1826641" y="0"/>
                  </a:lnTo>
                  <a:close/>
                </a:path>
              </a:pathLst>
            </a:custGeom>
            <a:solidFill>
              <a:srgbClr val="07A1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0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913320" y="368"/>
                  </a:moveTo>
                  <a:lnTo>
                    <a:pt x="0" y="368"/>
                  </a:lnTo>
                  <a:lnTo>
                    <a:pt x="0" y="0"/>
                  </a:lnTo>
                  <a:lnTo>
                    <a:pt x="1826641" y="0"/>
                  </a:lnTo>
                  <a:lnTo>
                    <a:pt x="1826641" y="368"/>
                  </a:lnTo>
                  <a:lnTo>
                    <a:pt x="913320" y="368"/>
                  </a:lnTo>
                  <a:close/>
                </a:path>
              </a:pathLst>
            </a:custGeom>
            <a:noFill/>
            <a:ln cap="flat" cmpd="sng" w="9525">
              <a:solidFill>
                <a:srgbClr val="07A1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0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IT WORKS</a:t>
            </a:r>
            <a:endParaRPr/>
          </a:p>
        </p:txBody>
      </p:sp>
      <p:grpSp>
        <p:nvGrpSpPr>
          <p:cNvPr id="98" name="Google Shape;98;p10"/>
          <p:cNvGrpSpPr/>
          <p:nvPr/>
        </p:nvGrpSpPr>
        <p:grpSpPr>
          <a:xfrm>
            <a:off x="966965" y="166662"/>
            <a:ext cx="8866085" cy="5502262"/>
            <a:chOff x="966965" y="166662"/>
            <a:chExt cx="8866085" cy="5502262"/>
          </a:xfrm>
        </p:grpSpPr>
        <p:pic>
          <p:nvPicPr>
            <p:cNvPr id="99" name="Google Shape;9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880475" y="166662"/>
              <a:ext cx="822959" cy="8211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66965" y="223558"/>
              <a:ext cx="8866085" cy="54453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0"/>
            <p:cNvSpPr/>
            <p:nvPr/>
          </p:nvSpPr>
          <p:spPr>
            <a:xfrm>
              <a:off x="2449080" y="4735436"/>
              <a:ext cx="1828800" cy="822960"/>
            </a:xfrm>
            <a:custGeom>
              <a:rect b="b" l="l" r="r" t="t"/>
              <a:pathLst>
                <a:path extrusionOk="0" h="822960" w="1828800">
                  <a:moveTo>
                    <a:pt x="1828800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914400" y="822960"/>
                  </a:lnTo>
                  <a:lnTo>
                    <a:pt x="1828800" y="82296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2449080" y="4735436"/>
              <a:ext cx="1828800" cy="822960"/>
            </a:xfrm>
            <a:custGeom>
              <a:rect b="b" l="l" r="r" t="t"/>
              <a:pathLst>
                <a:path extrusionOk="0" h="822960" w="1828800">
                  <a:moveTo>
                    <a:pt x="914400" y="822960"/>
                  </a:moveTo>
                  <a:lnTo>
                    <a:pt x="0" y="82296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822960"/>
                  </a:lnTo>
                  <a:lnTo>
                    <a:pt x="914400" y="822960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2377084" y="4663439"/>
              <a:ext cx="1828800" cy="822960"/>
            </a:xfrm>
            <a:custGeom>
              <a:rect b="b" l="l" r="r" t="t"/>
              <a:pathLst>
                <a:path extrusionOk="0" h="822960" w="1828800">
                  <a:moveTo>
                    <a:pt x="1828800" y="0"/>
                  </a:moveTo>
                  <a:lnTo>
                    <a:pt x="0" y="0"/>
                  </a:lnTo>
                  <a:lnTo>
                    <a:pt x="0" y="822959"/>
                  </a:lnTo>
                  <a:lnTo>
                    <a:pt x="914400" y="822959"/>
                  </a:lnTo>
                  <a:lnTo>
                    <a:pt x="1828800" y="822959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2377084" y="4663439"/>
              <a:ext cx="1828800" cy="822960"/>
            </a:xfrm>
            <a:custGeom>
              <a:rect b="b" l="l" r="r" t="t"/>
              <a:pathLst>
                <a:path extrusionOk="0" h="822960" w="1828800">
                  <a:moveTo>
                    <a:pt x="914400" y="822959"/>
                  </a:moveTo>
                  <a:lnTo>
                    <a:pt x="0" y="822959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822959"/>
                  </a:lnTo>
                  <a:lnTo>
                    <a:pt x="914400" y="822959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PRODUCT</a:t>
            </a:r>
            <a:endParaRPr/>
          </a:p>
        </p:txBody>
      </p:sp>
      <p:grpSp>
        <p:nvGrpSpPr>
          <p:cNvPr id="110" name="Google Shape;110;p11"/>
          <p:cNvGrpSpPr/>
          <p:nvPr/>
        </p:nvGrpSpPr>
        <p:grpSpPr>
          <a:xfrm>
            <a:off x="365036" y="1187995"/>
            <a:ext cx="1826895" cy="635"/>
            <a:chOff x="365036" y="1187995"/>
            <a:chExt cx="1826895" cy="635"/>
          </a:xfrm>
        </p:grpSpPr>
        <p:sp>
          <p:nvSpPr>
            <p:cNvPr id="111" name="Google Shape;111;p11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1826641" y="0"/>
                  </a:moveTo>
                  <a:lnTo>
                    <a:pt x="0" y="0"/>
                  </a:lnTo>
                  <a:lnTo>
                    <a:pt x="0" y="368"/>
                  </a:lnTo>
                  <a:lnTo>
                    <a:pt x="913320" y="368"/>
                  </a:lnTo>
                  <a:lnTo>
                    <a:pt x="1826641" y="368"/>
                  </a:lnTo>
                  <a:lnTo>
                    <a:pt x="1826641" y="0"/>
                  </a:lnTo>
                  <a:close/>
                </a:path>
              </a:pathLst>
            </a:custGeom>
            <a:solidFill>
              <a:srgbClr val="07A1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913320" y="368"/>
                  </a:moveTo>
                  <a:lnTo>
                    <a:pt x="0" y="368"/>
                  </a:lnTo>
                  <a:lnTo>
                    <a:pt x="0" y="0"/>
                  </a:lnTo>
                  <a:lnTo>
                    <a:pt x="1826641" y="0"/>
                  </a:lnTo>
                  <a:lnTo>
                    <a:pt x="1826641" y="368"/>
                  </a:lnTo>
                  <a:lnTo>
                    <a:pt x="913320" y="368"/>
                  </a:lnTo>
                  <a:close/>
                </a:path>
              </a:pathLst>
            </a:custGeom>
            <a:noFill/>
            <a:ln cap="flat" cmpd="sng" w="9525">
              <a:solidFill>
                <a:srgbClr val="07A1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3" name="Google Shape;1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0475" y="166662"/>
            <a:ext cx="822959" cy="82118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1"/>
          <p:cNvSpPr/>
          <p:nvPr/>
        </p:nvSpPr>
        <p:spPr>
          <a:xfrm>
            <a:off x="2349360" y="1261084"/>
            <a:ext cx="2004695" cy="356235"/>
          </a:xfrm>
          <a:custGeom>
            <a:rect b="b" l="l" r="r" t="t"/>
            <a:pathLst>
              <a:path extrusionOk="0" h="356234" w="2004695">
                <a:moveTo>
                  <a:pt x="2004479" y="0"/>
                </a:moveTo>
                <a:lnTo>
                  <a:pt x="0" y="0"/>
                </a:lnTo>
                <a:lnTo>
                  <a:pt x="0" y="355676"/>
                </a:lnTo>
                <a:lnTo>
                  <a:pt x="2004479" y="355676"/>
                </a:lnTo>
                <a:lnTo>
                  <a:pt x="2004479" y="0"/>
                </a:ln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1"/>
          <p:cNvSpPr txBox="1"/>
          <p:nvPr/>
        </p:nvSpPr>
        <p:spPr>
          <a:xfrm>
            <a:off x="2427020" y="1309217"/>
            <a:ext cx="76771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Products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4353839" y="1261084"/>
            <a:ext cx="2776220" cy="356235"/>
          </a:xfrm>
          <a:custGeom>
            <a:rect b="b" l="l" r="r" t="t"/>
            <a:pathLst>
              <a:path extrusionOk="0" h="356234" w="2776220">
                <a:moveTo>
                  <a:pt x="2775966" y="0"/>
                </a:moveTo>
                <a:lnTo>
                  <a:pt x="0" y="0"/>
                </a:lnTo>
                <a:lnTo>
                  <a:pt x="0" y="355676"/>
                </a:lnTo>
                <a:lnTo>
                  <a:pt x="2775966" y="355676"/>
                </a:lnTo>
                <a:lnTo>
                  <a:pt x="2775966" y="0"/>
                </a:ln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"/>
          <p:cNvSpPr txBox="1"/>
          <p:nvPr/>
        </p:nvSpPr>
        <p:spPr>
          <a:xfrm>
            <a:off x="4431144" y="1309217"/>
            <a:ext cx="69913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Services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7129805" y="1261084"/>
            <a:ext cx="2218690" cy="356235"/>
          </a:xfrm>
          <a:custGeom>
            <a:rect b="b" l="l" r="r" t="t"/>
            <a:pathLst>
              <a:path extrusionOk="0" h="356234" w="2218690">
                <a:moveTo>
                  <a:pt x="2218677" y="0"/>
                </a:moveTo>
                <a:lnTo>
                  <a:pt x="0" y="0"/>
                </a:lnTo>
                <a:lnTo>
                  <a:pt x="0" y="355676"/>
                </a:lnTo>
                <a:lnTo>
                  <a:pt x="2218677" y="355676"/>
                </a:lnTo>
                <a:lnTo>
                  <a:pt x="2218677" y="0"/>
                </a:ln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"/>
          <p:cNvSpPr txBox="1"/>
          <p:nvPr/>
        </p:nvSpPr>
        <p:spPr>
          <a:xfrm>
            <a:off x="7207097" y="1309217"/>
            <a:ext cx="74485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Timeline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2349360" y="1616760"/>
            <a:ext cx="2004695" cy="802640"/>
          </a:xfrm>
          <a:custGeom>
            <a:rect b="b" l="l" r="r" t="t"/>
            <a:pathLst>
              <a:path extrusionOk="0" h="802639" w="2004695">
                <a:moveTo>
                  <a:pt x="2004479" y="0"/>
                </a:moveTo>
                <a:lnTo>
                  <a:pt x="0" y="0"/>
                </a:lnTo>
                <a:lnTo>
                  <a:pt x="0" y="802436"/>
                </a:lnTo>
                <a:lnTo>
                  <a:pt x="2004479" y="802436"/>
                </a:lnTo>
                <a:lnTo>
                  <a:pt x="2004479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"/>
          <p:cNvSpPr txBox="1"/>
          <p:nvPr/>
        </p:nvSpPr>
        <p:spPr>
          <a:xfrm>
            <a:off x="2427020" y="1664906"/>
            <a:ext cx="122999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DawaMom app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4353839" y="1616760"/>
            <a:ext cx="2776220" cy="802640"/>
          </a:xfrm>
          <a:custGeom>
            <a:rect b="b" l="l" r="r" t="t"/>
            <a:pathLst>
              <a:path extrusionOk="0" h="802639" w="2776220">
                <a:moveTo>
                  <a:pt x="2775966" y="0"/>
                </a:moveTo>
                <a:lnTo>
                  <a:pt x="0" y="0"/>
                </a:lnTo>
                <a:lnTo>
                  <a:pt x="0" y="802436"/>
                </a:lnTo>
                <a:lnTo>
                  <a:pt x="2775966" y="802436"/>
                </a:lnTo>
                <a:lnTo>
                  <a:pt x="2775966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"/>
          <p:cNvSpPr txBox="1"/>
          <p:nvPr/>
        </p:nvSpPr>
        <p:spPr>
          <a:xfrm>
            <a:off x="4431144" y="1642155"/>
            <a:ext cx="1821180" cy="734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-tips &amp; action plans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-physiological changes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-baby development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7129805" y="1616760"/>
            <a:ext cx="2218690" cy="802640"/>
          </a:xfrm>
          <a:custGeom>
            <a:rect b="b" l="l" r="r" t="t"/>
            <a:pathLst>
              <a:path extrusionOk="0" h="802639" w="2218690">
                <a:moveTo>
                  <a:pt x="2218677" y="0"/>
                </a:moveTo>
                <a:lnTo>
                  <a:pt x="0" y="0"/>
                </a:lnTo>
                <a:lnTo>
                  <a:pt x="0" y="802436"/>
                </a:lnTo>
                <a:lnTo>
                  <a:pt x="2218677" y="802436"/>
                </a:lnTo>
                <a:lnTo>
                  <a:pt x="22186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"/>
          <p:cNvSpPr txBox="1"/>
          <p:nvPr/>
        </p:nvSpPr>
        <p:spPr>
          <a:xfrm>
            <a:off x="7207097" y="1664906"/>
            <a:ext cx="5943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Weekly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2349360" y="2419197"/>
            <a:ext cx="2004695" cy="518159"/>
          </a:xfrm>
          <a:custGeom>
            <a:rect b="b" l="l" r="r" t="t"/>
            <a:pathLst>
              <a:path extrusionOk="0" h="518160" w="2004695">
                <a:moveTo>
                  <a:pt x="2004479" y="0"/>
                </a:moveTo>
                <a:lnTo>
                  <a:pt x="0" y="0"/>
                </a:lnTo>
                <a:lnTo>
                  <a:pt x="0" y="518045"/>
                </a:lnTo>
                <a:lnTo>
                  <a:pt x="2004479" y="518045"/>
                </a:lnTo>
                <a:lnTo>
                  <a:pt x="2004479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2427020" y="2467698"/>
            <a:ext cx="94678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BP Machine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4353839" y="2419197"/>
            <a:ext cx="2776220" cy="518159"/>
          </a:xfrm>
          <a:custGeom>
            <a:rect b="b" l="l" r="r" t="t"/>
            <a:pathLst>
              <a:path extrusionOk="0" h="518160" w="2776220">
                <a:moveTo>
                  <a:pt x="2775966" y="0"/>
                </a:moveTo>
                <a:lnTo>
                  <a:pt x="0" y="0"/>
                </a:lnTo>
                <a:lnTo>
                  <a:pt x="0" y="518045"/>
                </a:lnTo>
                <a:lnTo>
                  <a:pt x="2775966" y="518045"/>
                </a:lnTo>
                <a:lnTo>
                  <a:pt x="2775966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 txBox="1"/>
          <p:nvPr/>
        </p:nvSpPr>
        <p:spPr>
          <a:xfrm>
            <a:off x="4431144" y="2467698"/>
            <a:ext cx="12547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- pre-eclampsia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7129805" y="2419197"/>
            <a:ext cx="2218690" cy="518159"/>
          </a:xfrm>
          <a:custGeom>
            <a:rect b="b" l="l" r="r" t="t"/>
            <a:pathLst>
              <a:path extrusionOk="0" h="518160" w="2218690">
                <a:moveTo>
                  <a:pt x="2218677" y="0"/>
                </a:moveTo>
                <a:lnTo>
                  <a:pt x="0" y="0"/>
                </a:lnTo>
                <a:lnTo>
                  <a:pt x="0" y="518045"/>
                </a:lnTo>
                <a:lnTo>
                  <a:pt x="2218677" y="518045"/>
                </a:lnTo>
                <a:lnTo>
                  <a:pt x="2218677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"/>
          <p:cNvSpPr txBox="1"/>
          <p:nvPr/>
        </p:nvSpPr>
        <p:spPr>
          <a:xfrm>
            <a:off x="7207097" y="2467698"/>
            <a:ext cx="77343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Bi-weekly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2349360" y="2937243"/>
            <a:ext cx="2004695" cy="802640"/>
          </a:xfrm>
          <a:custGeom>
            <a:rect b="b" l="l" r="r" t="t"/>
            <a:pathLst>
              <a:path extrusionOk="0" h="802639" w="2004695">
                <a:moveTo>
                  <a:pt x="2004479" y="0"/>
                </a:moveTo>
                <a:lnTo>
                  <a:pt x="0" y="0"/>
                </a:lnTo>
                <a:lnTo>
                  <a:pt x="0" y="802436"/>
                </a:lnTo>
                <a:lnTo>
                  <a:pt x="2004479" y="802436"/>
                </a:lnTo>
                <a:lnTo>
                  <a:pt x="2004479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"/>
          <p:cNvSpPr txBox="1"/>
          <p:nvPr/>
        </p:nvSpPr>
        <p:spPr>
          <a:xfrm>
            <a:off x="2427020" y="2985744"/>
            <a:ext cx="1023619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Urinalysis Kit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4353839" y="2937243"/>
            <a:ext cx="2776220" cy="802640"/>
          </a:xfrm>
          <a:custGeom>
            <a:rect b="b" l="l" r="r" t="t"/>
            <a:pathLst>
              <a:path extrusionOk="0" h="802639" w="2776220">
                <a:moveTo>
                  <a:pt x="2775966" y="0"/>
                </a:moveTo>
                <a:lnTo>
                  <a:pt x="0" y="0"/>
                </a:lnTo>
                <a:lnTo>
                  <a:pt x="0" y="802436"/>
                </a:lnTo>
                <a:lnTo>
                  <a:pt x="2775966" y="802436"/>
                </a:lnTo>
                <a:lnTo>
                  <a:pt x="2775966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"/>
          <p:cNvSpPr txBox="1"/>
          <p:nvPr/>
        </p:nvSpPr>
        <p:spPr>
          <a:xfrm>
            <a:off x="4431144" y="2962993"/>
            <a:ext cx="2382520" cy="734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550">
            <a:spAutoFit/>
          </a:bodyPr>
          <a:lstStyle/>
          <a:p>
            <a:pPr indent="-120014" lvl="0" marL="132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pre-eclampsia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120014" lvl="0" marL="132715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UTIs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120014" lvl="0" marL="132715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Pregnancy-induced diabetes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7129805" y="2937243"/>
            <a:ext cx="2218690" cy="802640"/>
          </a:xfrm>
          <a:custGeom>
            <a:rect b="b" l="l" r="r" t="t"/>
            <a:pathLst>
              <a:path extrusionOk="0" h="802639" w="2218690">
                <a:moveTo>
                  <a:pt x="2218677" y="0"/>
                </a:moveTo>
                <a:lnTo>
                  <a:pt x="0" y="0"/>
                </a:lnTo>
                <a:lnTo>
                  <a:pt x="0" y="802436"/>
                </a:lnTo>
                <a:lnTo>
                  <a:pt x="2218677" y="802436"/>
                </a:lnTo>
                <a:lnTo>
                  <a:pt x="22186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/>
          <p:cNvSpPr txBox="1"/>
          <p:nvPr/>
        </p:nvSpPr>
        <p:spPr>
          <a:xfrm>
            <a:off x="7207097" y="2985744"/>
            <a:ext cx="77343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Bi-weekly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2349360" y="3739679"/>
            <a:ext cx="2004695" cy="518159"/>
          </a:xfrm>
          <a:custGeom>
            <a:rect b="b" l="l" r="r" t="t"/>
            <a:pathLst>
              <a:path extrusionOk="0" h="518160" w="2004695">
                <a:moveTo>
                  <a:pt x="2004479" y="0"/>
                </a:moveTo>
                <a:lnTo>
                  <a:pt x="0" y="0"/>
                </a:lnTo>
                <a:lnTo>
                  <a:pt x="0" y="518045"/>
                </a:lnTo>
                <a:lnTo>
                  <a:pt x="2004479" y="518045"/>
                </a:lnTo>
                <a:lnTo>
                  <a:pt x="2004479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/>
          <p:cNvSpPr txBox="1"/>
          <p:nvPr/>
        </p:nvSpPr>
        <p:spPr>
          <a:xfrm>
            <a:off x="2427020" y="3788536"/>
            <a:ext cx="129222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Sayana Press Kit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4353839" y="3739679"/>
            <a:ext cx="2776220" cy="518159"/>
          </a:xfrm>
          <a:custGeom>
            <a:rect b="b" l="l" r="r" t="t"/>
            <a:pathLst>
              <a:path extrusionOk="0" h="518160" w="2776220">
                <a:moveTo>
                  <a:pt x="2775966" y="0"/>
                </a:moveTo>
                <a:lnTo>
                  <a:pt x="0" y="0"/>
                </a:lnTo>
                <a:lnTo>
                  <a:pt x="0" y="518045"/>
                </a:lnTo>
                <a:lnTo>
                  <a:pt x="2775966" y="518045"/>
                </a:lnTo>
                <a:lnTo>
                  <a:pt x="2775966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 txBox="1"/>
          <p:nvPr/>
        </p:nvSpPr>
        <p:spPr>
          <a:xfrm>
            <a:off x="4431144" y="3788536"/>
            <a:ext cx="18415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- 13 weeks fp coverage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7129805" y="3739679"/>
            <a:ext cx="2218690" cy="518159"/>
          </a:xfrm>
          <a:custGeom>
            <a:rect b="b" l="l" r="r" t="t"/>
            <a:pathLst>
              <a:path extrusionOk="0" h="518160" w="2218690">
                <a:moveTo>
                  <a:pt x="2218677" y="0"/>
                </a:moveTo>
                <a:lnTo>
                  <a:pt x="0" y="0"/>
                </a:lnTo>
                <a:lnTo>
                  <a:pt x="0" y="518045"/>
                </a:lnTo>
                <a:lnTo>
                  <a:pt x="2218677" y="518045"/>
                </a:lnTo>
                <a:lnTo>
                  <a:pt x="2218677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"/>
          <p:cNvSpPr txBox="1"/>
          <p:nvPr/>
        </p:nvSpPr>
        <p:spPr>
          <a:xfrm>
            <a:off x="7207097" y="3788536"/>
            <a:ext cx="75819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Quarterly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2349360" y="4257725"/>
            <a:ext cx="2004695" cy="518159"/>
          </a:xfrm>
          <a:custGeom>
            <a:rect b="b" l="l" r="r" t="t"/>
            <a:pathLst>
              <a:path extrusionOk="0" h="518160" w="2004695">
                <a:moveTo>
                  <a:pt x="2004479" y="0"/>
                </a:moveTo>
                <a:lnTo>
                  <a:pt x="0" y="0"/>
                </a:lnTo>
                <a:lnTo>
                  <a:pt x="0" y="518033"/>
                </a:lnTo>
                <a:lnTo>
                  <a:pt x="2004479" y="518033"/>
                </a:lnTo>
                <a:lnTo>
                  <a:pt x="2004479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"/>
          <p:cNvSpPr txBox="1"/>
          <p:nvPr/>
        </p:nvSpPr>
        <p:spPr>
          <a:xfrm>
            <a:off x="2427020" y="4305147"/>
            <a:ext cx="8826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Hb Test Kit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4353839" y="4257725"/>
            <a:ext cx="2776220" cy="518159"/>
          </a:xfrm>
          <a:custGeom>
            <a:rect b="b" l="l" r="r" t="t"/>
            <a:pathLst>
              <a:path extrusionOk="0" h="518160" w="2776220">
                <a:moveTo>
                  <a:pt x="2775966" y="0"/>
                </a:moveTo>
                <a:lnTo>
                  <a:pt x="0" y="0"/>
                </a:lnTo>
                <a:lnTo>
                  <a:pt x="0" y="518033"/>
                </a:lnTo>
                <a:lnTo>
                  <a:pt x="2775966" y="518033"/>
                </a:lnTo>
                <a:lnTo>
                  <a:pt x="2775966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"/>
          <p:cNvSpPr txBox="1"/>
          <p:nvPr/>
        </p:nvSpPr>
        <p:spPr>
          <a:xfrm>
            <a:off x="4431144" y="4305147"/>
            <a:ext cx="227012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- pregnancy induced anemia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7129805" y="4257725"/>
            <a:ext cx="2218690" cy="518159"/>
          </a:xfrm>
          <a:custGeom>
            <a:rect b="b" l="l" r="r" t="t"/>
            <a:pathLst>
              <a:path extrusionOk="0" h="518160" w="2218690">
                <a:moveTo>
                  <a:pt x="2218677" y="0"/>
                </a:moveTo>
                <a:lnTo>
                  <a:pt x="0" y="0"/>
                </a:lnTo>
                <a:lnTo>
                  <a:pt x="0" y="518033"/>
                </a:lnTo>
                <a:lnTo>
                  <a:pt x="2218677" y="518033"/>
                </a:lnTo>
                <a:lnTo>
                  <a:pt x="2218677" y="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"/>
          <p:cNvSpPr txBox="1"/>
          <p:nvPr/>
        </p:nvSpPr>
        <p:spPr>
          <a:xfrm>
            <a:off x="7207097" y="4305147"/>
            <a:ext cx="8864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Trimesteric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2349360" y="4775758"/>
            <a:ext cx="2004695" cy="516255"/>
          </a:xfrm>
          <a:custGeom>
            <a:rect b="b" l="l" r="r" t="t"/>
            <a:pathLst>
              <a:path extrusionOk="0" h="516254" w="2004695">
                <a:moveTo>
                  <a:pt x="2004479" y="0"/>
                </a:moveTo>
                <a:lnTo>
                  <a:pt x="0" y="0"/>
                </a:lnTo>
                <a:lnTo>
                  <a:pt x="0" y="516242"/>
                </a:lnTo>
                <a:lnTo>
                  <a:pt x="2004479" y="516242"/>
                </a:lnTo>
                <a:lnTo>
                  <a:pt x="2004479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"/>
          <p:cNvSpPr txBox="1"/>
          <p:nvPr/>
        </p:nvSpPr>
        <p:spPr>
          <a:xfrm>
            <a:off x="2427020" y="4823536"/>
            <a:ext cx="18415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UltraSound Scan Probe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4353839" y="4775758"/>
            <a:ext cx="2776220" cy="516255"/>
          </a:xfrm>
          <a:custGeom>
            <a:rect b="b" l="l" r="r" t="t"/>
            <a:pathLst>
              <a:path extrusionOk="0" h="516254" w="2776220">
                <a:moveTo>
                  <a:pt x="2775966" y="0"/>
                </a:moveTo>
                <a:lnTo>
                  <a:pt x="0" y="0"/>
                </a:lnTo>
                <a:lnTo>
                  <a:pt x="0" y="516242"/>
                </a:lnTo>
                <a:lnTo>
                  <a:pt x="2775966" y="516242"/>
                </a:lnTo>
                <a:lnTo>
                  <a:pt x="2775966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"/>
          <p:cNvSpPr txBox="1"/>
          <p:nvPr/>
        </p:nvSpPr>
        <p:spPr>
          <a:xfrm>
            <a:off x="4431144" y="4823536"/>
            <a:ext cx="255079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- gynaecology &amp; obstetric scans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7129805" y="4775758"/>
            <a:ext cx="2218690" cy="516255"/>
          </a:xfrm>
          <a:custGeom>
            <a:rect b="b" l="l" r="r" t="t"/>
            <a:pathLst>
              <a:path extrusionOk="0" h="516254" w="2218690">
                <a:moveTo>
                  <a:pt x="2218677" y="0"/>
                </a:moveTo>
                <a:lnTo>
                  <a:pt x="0" y="0"/>
                </a:lnTo>
                <a:lnTo>
                  <a:pt x="0" y="516242"/>
                </a:lnTo>
                <a:lnTo>
                  <a:pt x="2218677" y="516242"/>
                </a:lnTo>
                <a:lnTo>
                  <a:pt x="2218677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 txBox="1"/>
          <p:nvPr/>
        </p:nvSpPr>
        <p:spPr>
          <a:xfrm>
            <a:off x="7207097" y="4823536"/>
            <a:ext cx="17672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First &amp; Last Trimesters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p11"/>
          <p:cNvGrpSpPr/>
          <p:nvPr/>
        </p:nvGrpSpPr>
        <p:grpSpPr>
          <a:xfrm>
            <a:off x="-221225" y="1518012"/>
            <a:ext cx="2743199" cy="2976117"/>
            <a:chOff x="0" y="2104199"/>
            <a:chExt cx="2743199" cy="2976117"/>
          </a:xfrm>
        </p:grpSpPr>
        <p:pic>
          <p:nvPicPr>
            <p:cNvPr id="157" name="Google Shape;157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104199"/>
              <a:ext cx="2284564" cy="27460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7641" y="2996996"/>
              <a:ext cx="2005558" cy="20833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WE ARE USING AI</a:t>
            </a:r>
            <a:endParaRPr/>
          </a:p>
        </p:txBody>
      </p:sp>
      <p:grpSp>
        <p:nvGrpSpPr>
          <p:cNvPr id="164" name="Google Shape;164;p12"/>
          <p:cNvGrpSpPr/>
          <p:nvPr/>
        </p:nvGrpSpPr>
        <p:grpSpPr>
          <a:xfrm>
            <a:off x="365036" y="1187995"/>
            <a:ext cx="1826895" cy="635"/>
            <a:chOff x="365036" y="1187995"/>
            <a:chExt cx="1826895" cy="635"/>
          </a:xfrm>
        </p:grpSpPr>
        <p:sp>
          <p:nvSpPr>
            <p:cNvPr id="165" name="Google Shape;165;p12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1826641" y="0"/>
                  </a:moveTo>
                  <a:lnTo>
                    <a:pt x="0" y="0"/>
                  </a:lnTo>
                  <a:lnTo>
                    <a:pt x="0" y="368"/>
                  </a:lnTo>
                  <a:lnTo>
                    <a:pt x="913320" y="368"/>
                  </a:lnTo>
                  <a:lnTo>
                    <a:pt x="1826641" y="368"/>
                  </a:lnTo>
                  <a:lnTo>
                    <a:pt x="1826641" y="0"/>
                  </a:lnTo>
                  <a:close/>
                </a:path>
              </a:pathLst>
            </a:custGeom>
            <a:solidFill>
              <a:srgbClr val="07A1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2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913320" y="368"/>
                  </a:moveTo>
                  <a:lnTo>
                    <a:pt x="0" y="368"/>
                  </a:lnTo>
                  <a:lnTo>
                    <a:pt x="0" y="0"/>
                  </a:lnTo>
                  <a:lnTo>
                    <a:pt x="1826641" y="0"/>
                  </a:lnTo>
                  <a:lnTo>
                    <a:pt x="1826641" y="368"/>
                  </a:lnTo>
                  <a:lnTo>
                    <a:pt x="913320" y="368"/>
                  </a:lnTo>
                  <a:close/>
                </a:path>
              </a:pathLst>
            </a:custGeom>
            <a:noFill/>
            <a:ln cap="flat" cmpd="sng" w="9525">
              <a:solidFill>
                <a:srgbClr val="07A1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7" name="Google Shape;1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0475" y="166662"/>
            <a:ext cx="822959" cy="8211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12"/>
          <p:cNvGrpSpPr/>
          <p:nvPr/>
        </p:nvGrpSpPr>
        <p:grpSpPr>
          <a:xfrm>
            <a:off x="640080" y="1468805"/>
            <a:ext cx="8647429" cy="4200525"/>
            <a:chOff x="640080" y="1468805"/>
            <a:chExt cx="8647429" cy="4200525"/>
          </a:xfrm>
        </p:grpSpPr>
        <p:pic>
          <p:nvPicPr>
            <p:cNvPr id="169" name="Google Shape;1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0080" y="1694878"/>
              <a:ext cx="4656239" cy="3059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36717" y="2245321"/>
              <a:ext cx="3782517" cy="26431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12"/>
            <p:cNvSpPr/>
            <p:nvPr/>
          </p:nvSpPr>
          <p:spPr>
            <a:xfrm>
              <a:off x="5120639" y="1468805"/>
              <a:ext cx="4166870" cy="4200525"/>
            </a:xfrm>
            <a:custGeom>
              <a:rect b="b" l="l" r="r" t="t"/>
              <a:pathLst>
                <a:path extrusionOk="0" h="4200525" w="4166870">
                  <a:moveTo>
                    <a:pt x="4166641" y="0"/>
                  </a:moveTo>
                  <a:lnTo>
                    <a:pt x="0" y="0"/>
                  </a:lnTo>
                  <a:lnTo>
                    <a:pt x="0" y="4200474"/>
                  </a:lnTo>
                  <a:lnTo>
                    <a:pt x="4166641" y="4200474"/>
                  </a:lnTo>
                  <a:lnTo>
                    <a:pt x="4166641" y="3299028"/>
                  </a:lnTo>
                  <a:lnTo>
                    <a:pt x="3108960" y="3299028"/>
                  </a:lnTo>
                  <a:lnTo>
                    <a:pt x="3057331" y="3298539"/>
                  </a:lnTo>
                  <a:lnTo>
                    <a:pt x="2902275" y="3294658"/>
                  </a:lnTo>
                  <a:lnTo>
                    <a:pt x="2781674" y="3293233"/>
                  </a:lnTo>
                  <a:lnTo>
                    <a:pt x="2461679" y="3282111"/>
                  </a:lnTo>
                  <a:lnTo>
                    <a:pt x="2271598" y="3272028"/>
                  </a:lnTo>
                  <a:lnTo>
                    <a:pt x="2217916" y="3267084"/>
                  </a:lnTo>
                  <a:lnTo>
                    <a:pt x="2165045" y="3255111"/>
                  </a:lnTo>
                  <a:lnTo>
                    <a:pt x="2159635" y="3252597"/>
                  </a:lnTo>
                  <a:lnTo>
                    <a:pt x="2157120" y="3252597"/>
                  </a:lnTo>
                  <a:lnTo>
                    <a:pt x="2106405" y="3249864"/>
                  </a:lnTo>
                  <a:lnTo>
                    <a:pt x="2055773" y="3245853"/>
                  </a:lnTo>
                  <a:lnTo>
                    <a:pt x="1849120" y="3224855"/>
                  </a:lnTo>
                  <a:lnTo>
                    <a:pt x="1793971" y="3218397"/>
                  </a:lnTo>
                  <a:lnTo>
                    <a:pt x="1684083" y="3203994"/>
                  </a:lnTo>
                  <a:lnTo>
                    <a:pt x="1575408" y="3187510"/>
                  </a:lnTo>
                  <a:lnTo>
                    <a:pt x="1521246" y="3178487"/>
                  </a:lnTo>
                  <a:lnTo>
                    <a:pt x="1467223" y="3168877"/>
                  </a:lnTo>
                  <a:lnTo>
                    <a:pt x="1413357" y="3158629"/>
                  </a:lnTo>
                  <a:lnTo>
                    <a:pt x="1363749" y="3148658"/>
                  </a:lnTo>
                  <a:lnTo>
                    <a:pt x="1314290" y="3138124"/>
                  </a:lnTo>
                  <a:lnTo>
                    <a:pt x="1265001" y="3126953"/>
                  </a:lnTo>
                  <a:lnTo>
                    <a:pt x="1215900" y="3115070"/>
                  </a:lnTo>
                  <a:lnTo>
                    <a:pt x="1167008" y="3102398"/>
                  </a:lnTo>
                  <a:lnTo>
                    <a:pt x="1118342" y="3088864"/>
                  </a:lnTo>
                  <a:lnTo>
                    <a:pt x="1069924" y="3074390"/>
                  </a:lnTo>
                  <a:lnTo>
                    <a:pt x="1021046" y="3058802"/>
                  </a:lnTo>
                  <a:lnTo>
                    <a:pt x="972599" y="3042168"/>
                  </a:lnTo>
                  <a:lnTo>
                    <a:pt x="924656" y="3024326"/>
                  </a:lnTo>
                  <a:lnTo>
                    <a:pt x="877294" y="3005111"/>
                  </a:lnTo>
                  <a:lnTo>
                    <a:pt x="830588" y="2984361"/>
                  </a:lnTo>
                  <a:lnTo>
                    <a:pt x="784613" y="2961911"/>
                  </a:lnTo>
                  <a:lnTo>
                    <a:pt x="739444" y="2937598"/>
                  </a:lnTo>
                  <a:lnTo>
                    <a:pt x="699254" y="2913703"/>
                  </a:lnTo>
                  <a:lnTo>
                    <a:pt x="660467" y="2888045"/>
                  </a:lnTo>
                  <a:lnTo>
                    <a:pt x="623270" y="2860331"/>
                  </a:lnTo>
                  <a:lnTo>
                    <a:pt x="587853" y="2830265"/>
                  </a:lnTo>
                  <a:lnTo>
                    <a:pt x="554405" y="2797555"/>
                  </a:lnTo>
                  <a:lnTo>
                    <a:pt x="521980" y="2759746"/>
                  </a:lnTo>
                  <a:lnTo>
                    <a:pt x="494537" y="2720036"/>
                  </a:lnTo>
                  <a:lnTo>
                    <a:pt x="472209" y="2678374"/>
                  </a:lnTo>
                  <a:lnTo>
                    <a:pt x="455126" y="2634709"/>
                  </a:lnTo>
                  <a:lnTo>
                    <a:pt x="443422" y="2588991"/>
                  </a:lnTo>
                  <a:lnTo>
                    <a:pt x="437228" y="2541170"/>
                  </a:lnTo>
                  <a:lnTo>
                    <a:pt x="436676" y="2491193"/>
                  </a:lnTo>
                  <a:lnTo>
                    <a:pt x="438582" y="2454211"/>
                  </a:lnTo>
                  <a:lnTo>
                    <a:pt x="441401" y="2417260"/>
                  </a:lnTo>
                  <a:lnTo>
                    <a:pt x="445638" y="2380376"/>
                  </a:lnTo>
                  <a:lnTo>
                    <a:pt x="451802" y="2343594"/>
                  </a:lnTo>
                  <a:lnTo>
                    <a:pt x="446644" y="2334930"/>
                  </a:lnTo>
                  <a:lnTo>
                    <a:pt x="459973" y="2255727"/>
                  </a:lnTo>
                  <a:lnTo>
                    <a:pt x="473085" y="2204608"/>
                  </a:lnTo>
                  <a:lnTo>
                    <a:pt x="488241" y="2153940"/>
                  </a:lnTo>
                  <a:lnTo>
                    <a:pt x="505079" y="2104461"/>
                  </a:lnTo>
                  <a:lnTo>
                    <a:pt x="523758" y="2055366"/>
                  </a:lnTo>
                  <a:lnTo>
                    <a:pt x="544092" y="2006879"/>
                  </a:lnTo>
                  <a:lnTo>
                    <a:pt x="565979" y="1958965"/>
                  </a:lnTo>
                  <a:lnTo>
                    <a:pt x="589318" y="1911591"/>
                  </a:lnTo>
                  <a:lnTo>
                    <a:pt x="614014" y="1864891"/>
                  </a:lnTo>
                  <a:lnTo>
                    <a:pt x="640073" y="1818950"/>
                  </a:lnTo>
                  <a:lnTo>
                    <a:pt x="667392" y="1773751"/>
                  </a:lnTo>
                  <a:lnTo>
                    <a:pt x="695868" y="1729279"/>
                  </a:lnTo>
                  <a:lnTo>
                    <a:pt x="725398" y="1685518"/>
                  </a:lnTo>
                  <a:lnTo>
                    <a:pt x="755852" y="1642638"/>
                  </a:lnTo>
                  <a:lnTo>
                    <a:pt x="787326" y="1600679"/>
                  </a:lnTo>
                  <a:lnTo>
                    <a:pt x="819784" y="1559589"/>
                  </a:lnTo>
                  <a:lnTo>
                    <a:pt x="853186" y="1519320"/>
                  </a:lnTo>
                  <a:lnTo>
                    <a:pt x="887496" y="1479818"/>
                  </a:lnTo>
                  <a:lnTo>
                    <a:pt x="922675" y="1441035"/>
                  </a:lnTo>
                  <a:lnTo>
                    <a:pt x="958684" y="1402918"/>
                  </a:lnTo>
                  <a:lnTo>
                    <a:pt x="995952" y="1365315"/>
                  </a:lnTo>
                  <a:lnTo>
                    <a:pt x="1034255" y="1328925"/>
                  </a:lnTo>
                  <a:lnTo>
                    <a:pt x="1073507" y="1293660"/>
                  </a:lnTo>
                  <a:lnTo>
                    <a:pt x="1113624" y="1259433"/>
                  </a:lnTo>
                  <a:lnTo>
                    <a:pt x="1154518" y="1226159"/>
                  </a:lnTo>
                  <a:lnTo>
                    <a:pt x="1193569" y="1195747"/>
                  </a:lnTo>
                  <a:lnTo>
                    <a:pt x="1233145" y="1166349"/>
                  </a:lnTo>
                  <a:lnTo>
                    <a:pt x="1273273" y="1138009"/>
                  </a:lnTo>
                  <a:lnTo>
                    <a:pt x="1313978" y="1110771"/>
                  </a:lnTo>
                  <a:lnTo>
                    <a:pt x="1355287" y="1084676"/>
                  </a:lnTo>
                  <a:lnTo>
                    <a:pt x="1397228" y="1059769"/>
                  </a:lnTo>
                  <a:lnTo>
                    <a:pt x="1439827" y="1036094"/>
                  </a:lnTo>
                  <a:lnTo>
                    <a:pt x="1483109" y="1013692"/>
                  </a:lnTo>
                  <a:lnTo>
                    <a:pt x="1527102" y="992608"/>
                  </a:lnTo>
                  <a:lnTo>
                    <a:pt x="1571833" y="972884"/>
                  </a:lnTo>
                  <a:lnTo>
                    <a:pt x="1617328" y="954565"/>
                  </a:lnTo>
                  <a:lnTo>
                    <a:pt x="1663613" y="937693"/>
                  </a:lnTo>
                  <a:lnTo>
                    <a:pt x="1710715" y="922312"/>
                  </a:lnTo>
                  <a:lnTo>
                    <a:pt x="1761223" y="907926"/>
                  </a:lnTo>
                  <a:lnTo>
                    <a:pt x="1812110" y="895875"/>
                  </a:lnTo>
                  <a:lnTo>
                    <a:pt x="1863411" y="886155"/>
                  </a:lnTo>
                  <a:lnTo>
                    <a:pt x="1915161" y="878767"/>
                  </a:lnTo>
                  <a:lnTo>
                    <a:pt x="1967395" y="873709"/>
                  </a:lnTo>
                  <a:lnTo>
                    <a:pt x="2116074" y="870115"/>
                  </a:lnTo>
                  <a:lnTo>
                    <a:pt x="2171588" y="867457"/>
                  </a:lnTo>
                  <a:lnTo>
                    <a:pt x="2227083" y="863903"/>
                  </a:lnTo>
                  <a:lnTo>
                    <a:pt x="2282541" y="859590"/>
                  </a:lnTo>
                  <a:lnTo>
                    <a:pt x="2400477" y="848512"/>
                  </a:lnTo>
                  <a:lnTo>
                    <a:pt x="2486029" y="848512"/>
                  </a:lnTo>
                  <a:lnTo>
                    <a:pt x="2526474" y="844194"/>
                  </a:lnTo>
                  <a:lnTo>
                    <a:pt x="2833916" y="806754"/>
                  </a:lnTo>
                  <a:lnTo>
                    <a:pt x="3019323" y="788390"/>
                  </a:lnTo>
                  <a:lnTo>
                    <a:pt x="3065765" y="784321"/>
                  </a:lnTo>
                  <a:lnTo>
                    <a:pt x="3112244" y="780924"/>
                  </a:lnTo>
                  <a:lnTo>
                    <a:pt x="3158792" y="778473"/>
                  </a:lnTo>
                  <a:lnTo>
                    <a:pt x="3236937" y="776739"/>
                  </a:lnTo>
                  <a:lnTo>
                    <a:pt x="4166641" y="776516"/>
                  </a:lnTo>
                  <a:lnTo>
                    <a:pt x="4166641" y="0"/>
                  </a:lnTo>
                  <a:close/>
                </a:path>
                <a:path extrusionOk="0" h="4200525" w="4166870">
                  <a:moveTo>
                    <a:pt x="4166641" y="776516"/>
                  </a:moveTo>
                  <a:lnTo>
                    <a:pt x="3268433" y="776516"/>
                  </a:lnTo>
                  <a:lnTo>
                    <a:pt x="3297112" y="776729"/>
                  </a:lnTo>
                  <a:lnTo>
                    <a:pt x="3325856" y="777416"/>
                  </a:lnTo>
                  <a:lnTo>
                    <a:pt x="3383280" y="780478"/>
                  </a:lnTo>
                  <a:lnTo>
                    <a:pt x="3439688" y="786439"/>
                  </a:lnTo>
                  <a:lnTo>
                    <a:pt x="3495421" y="795235"/>
                  </a:lnTo>
                  <a:lnTo>
                    <a:pt x="3550343" y="807814"/>
                  </a:lnTo>
                  <a:lnTo>
                    <a:pt x="3604323" y="825118"/>
                  </a:lnTo>
                  <a:lnTo>
                    <a:pt x="3652251" y="845932"/>
                  </a:lnTo>
                  <a:lnTo>
                    <a:pt x="3695634" y="871146"/>
                  </a:lnTo>
                  <a:lnTo>
                    <a:pt x="3734289" y="900933"/>
                  </a:lnTo>
                  <a:lnTo>
                    <a:pt x="3768032" y="935461"/>
                  </a:lnTo>
                  <a:lnTo>
                    <a:pt x="3796682" y="974902"/>
                  </a:lnTo>
                  <a:lnTo>
                    <a:pt x="3820053" y="1019425"/>
                  </a:lnTo>
                  <a:lnTo>
                    <a:pt x="3837965" y="1069200"/>
                  </a:lnTo>
                  <a:lnTo>
                    <a:pt x="3849344" y="1122562"/>
                  </a:lnTo>
                  <a:lnTo>
                    <a:pt x="3856685" y="1176477"/>
                  </a:lnTo>
                  <a:lnTo>
                    <a:pt x="3860972" y="1183705"/>
                  </a:lnTo>
                  <a:lnTo>
                    <a:pt x="3863743" y="1191371"/>
                  </a:lnTo>
                  <a:lnTo>
                    <a:pt x="3865232" y="1199508"/>
                  </a:lnTo>
                  <a:lnTo>
                    <a:pt x="3865676" y="1208150"/>
                  </a:lnTo>
                  <a:lnTo>
                    <a:pt x="3865208" y="1258760"/>
                  </a:lnTo>
                  <a:lnTo>
                    <a:pt x="3865134" y="1328925"/>
                  </a:lnTo>
                  <a:lnTo>
                    <a:pt x="3865243" y="1365315"/>
                  </a:lnTo>
                  <a:lnTo>
                    <a:pt x="3865500" y="1410428"/>
                  </a:lnTo>
                  <a:lnTo>
                    <a:pt x="3866185" y="1511447"/>
                  </a:lnTo>
                  <a:lnTo>
                    <a:pt x="3866388" y="1559589"/>
                  </a:lnTo>
                  <a:lnTo>
                    <a:pt x="3866400" y="1612430"/>
                  </a:lnTo>
                  <a:lnTo>
                    <a:pt x="3866143" y="1662759"/>
                  </a:lnTo>
                  <a:lnTo>
                    <a:pt x="3865774" y="1713086"/>
                  </a:lnTo>
                  <a:lnTo>
                    <a:pt x="3865246" y="1763407"/>
                  </a:lnTo>
                  <a:lnTo>
                    <a:pt x="3864511" y="1813722"/>
                  </a:lnTo>
                  <a:lnTo>
                    <a:pt x="3863498" y="1864891"/>
                  </a:lnTo>
                  <a:lnTo>
                    <a:pt x="3862228" y="1914322"/>
                  </a:lnTo>
                  <a:lnTo>
                    <a:pt x="3860585" y="1964604"/>
                  </a:lnTo>
                  <a:lnTo>
                    <a:pt x="3858544" y="2014870"/>
                  </a:lnTo>
                  <a:lnTo>
                    <a:pt x="3856058" y="2065120"/>
                  </a:lnTo>
                  <a:lnTo>
                    <a:pt x="3853078" y="2115350"/>
                  </a:lnTo>
                  <a:lnTo>
                    <a:pt x="3850073" y="2154197"/>
                  </a:lnTo>
                  <a:lnTo>
                    <a:pt x="3845974" y="2192393"/>
                  </a:lnTo>
                  <a:lnTo>
                    <a:pt x="3839821" y="2230577"/>
                  </a:lnTo>
                  <a:lnTo>
                    <a:pt x="3830764" y="2268359"/>
                  </a:lnTo>
                  <a:lnTo>
                    <a:pt x="3827881" y="2271598"/>
                  </a:lnTo>
                  <a:lnTo>
                    <a:pt x="3827157" y="2275547"/>
                  </a:lnTo>
                  <a:lnTo>
                    <a:pt x="3827157" y="2279878"/>
                  </a:lnTo>
                  <a:lnTo>
                    <a:pt x="3826376" y="2300284"/>
                  </a:lnTo>
                  <a:lnTo>
                    <a:pt x="3819245" y="2361234"/>
                  </a:lnTo>
                  <a:lnTo>
                    <a:pt x="3812215" y="2415319"/>
                  </a:lnTo>
                  <a:lnTo>
                    <a:pt x="3804066" y="2469205"/>
                  </a:lnTo>
                  <a:lnTo>
                    <a:pt x="3794758" y="2522870"/>
                  </a:lnTo>
                  <a:lnTo>
                    <a:pt x="3784250" y="2576297"/>
                  </a:lnTo>
                  <a:lnTo>
                    <a:pt x="3772504" y="2629465"/>
                  </a:lnTo>
                  <a:lnTo>
                    <a:pt x="3759479" y="2682354"/>
                  </a:lnTo>
                  <a:lnTo>
                    <a:pt x="3745507" y="2733625"/>
                  </a:lnTo>
                  <a:lnTo>
                    <a:pt x="3729968" y="2784298"/>
                  </a:lnTo>
                  <a:lnTo>
                    <a:pt x="3712616" y="2834259"/>
                  </a:lnTo>
                  <a:lnTo>
                    <a:pt x="3693205" y="2883393"/>
                  </a:lnTo>
                  <a:lnTo>
                    <a:pt x="3671489" y="2931589"/>
                  </a:lnTo>
                  <a:lnTo>
                    <a:pt x="3647222" y="2978731"/>
                  </a:lnTo>
                  <a:lnTo>
                    <a:pt x="3620160" y="3024708"/>
                  </a:lnTo>
                  <a:lnTo>
                    <a:pt x="3591557" y="3067175"/>
                  </a:lnTo>
                  <a:lnTo>
                    <a:pt x="3560305" y="3106902"/>
                  </a:lnTo>
                  <a:lnTo>
                    <a:pt x="3526155" y="3143607"/>
                  </a:lnTo>
                  <a:lnTo>
                    <a:pt x="3488854" y="3177011"/>
                  </a:lnTo>
                  <a:lnTo>
                    <a:pt x="3448154" y="3206834"/>
                  </a:lnTo>
                  <a:lnTo>
                    <a:pt x="3403803" y="3232797"/>
                  </a:lnTo>
                  <a:lnTo>
                    <a:pt x="3356279" y="3254400"/>
                  </a:lnTo>
                  <a:lnTo>
                    <a:pt x="3348287" y="3262857"/>
                  </a:lnTo>
                  <a:lnTo>
                    <a:pt x="3278951" y="3286422"/>
                  </a:lnTo>
                  <a:lnTo>
                    <a:pt x="3239774" y="3292641"/>
                  </a:lnTo>
                  <a:lnTo>
                    <a:pt x="3200262" y="3296567"/>
                  </a:lnTo>
                  <a:lnTo>
                    <a:pt x="3160445" y="3298672"/>
                  </a:lnTo>
                  <a:lnTo>
                    <a:pt x="3108960" y="3299028"/>
                  </a:lnTo>
                  <a:lnTo>
                    <a:pt x="4166641" y="3299028"/>
                  </a:lnTo>
                  <a:lnTo>
                    <a:pt x="4166641" y="776516"/>
                  </a:lnTo>
                  <a:close/>
                </a:path>
                <a:path extrusionOk="0" h="4200525" w="4166870">
                  <a:moveTo>
                    <a:pt x="2486029" y="848512"/>
                  </a:moveTo>
                  <a:lnTo>
                    <a:pt x="2411285" y="848512"/>
                  </a:lnTo>
                  <a:lnTo>
                    <a:pt x="2418841" y="849960"/>
                  </a:lnTo>
                  <a:lnTo>
                    <a:pt x="2424963" y="856068"/>
                  </a:lnTo>
                  <a:lnTo>
                    <a:pt x="2427122" y="856792"/>
                  </a:lnTo>
                  <a:lnTo>
                    <a:pt x="2429281" y="857148"/>
                  </a:lnTo>
                  <a:lnTo>
                    <a:pt x="2434678" y="857148"/>
                  </a:lnTo>
                  <a:lnTo>
                    <a:pt x="2438285" y="856437"/>
                  </a:lnTo>
                  <a:lnTo>
                    <a:pt x="2441524" y="855713"/>
                  </a:lnTo>
                  <a:lnTo>
                    <a:pt x="2462645" y="851531"/>
                  </a:lnTo>
                  <a:lnTo>
                    <a:pt x="2483866" y="848734"/>
                  </a:lnTo>
                  <a:lnTo>
                    <a:pt x="2486029" y="8485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2"/>
            <p:cNvSpPr/>
            <p:nvPr/>
          </p:nvSpPr>
          <p:spPr>
            <a:xfrm>
              <a:off x="5476849" y="2257196"/>
              <a:ext cx="3676015" cy="2677160"/>
            </a:xfrm>
            <a:custGeom>
              <a:rect b="b" l="l" r="r" t="t"/>
              <a:pathLst>
                <a:path extrusionOk="0" h="2677160" w="3676015">
                  <a:moveTo>
                    <a:pt x="2082076" y="61201"/>
                  </a:moveTo>
                  <a:lnTo>
                    <a:pt x="2031225" y="48679"/>
                  </a:lnTo>
                  <a:lnTo>
                    <a:pt x="1980996" y="35737"/>
                  </a:lnTo>
                  <a:lnTo>
                    <a:pt x="1930908" y="23749"/>
                  </a:lnTo>
                  <a:lnTo>
                    <a:pt x="1880476" y="14046"/>
                  </a:lnTo>
                  <a:lnTo>
                    <a:pt x="1835581" y="7759"/>
                  </a:lnTo>
                  <a:lnTo>
                    <a:pt x="1790598" y="3378"/>
                  </a:lnTo>
                  <a:lnTo>
                    <a:pt x="1745551" y="838"/>
                  </a:lnTo>
                  <a:lnTo>
                    <a:pt x="1700466" y="0"/>
                  </a:lnTo>
                  <a:lnTo>
                    <a:pt x="1681619" y="139"/>
                  </a:lnTo>
                  <a:lnTo>
                    <a:pt x="1625231" y="2159"/>
                  </a:lnTo>
                  <a:lnTo>
                    <a:pt x="1575650" y="5689"/>
                  </a:lnTo>
                  <a:lnTo>
                    <a:pt x="1526324" y="10972"/>
                  </a:lnTo>
                  <a:lnTo>
                    <a:pt x="1477238" y="17970"/>
                  </a:lnTo>
                  <a:lnTo>
                    <a:pt x="1428407" y="26644"/>
                  </a:lnTo>
                  <a:lnTo>
                    <a:pt x="1379842" y="36957"/>
                  </a:lnTo>
                  <a:lnTo>
                    <a:pt x="1331569" y="48844"/>
                  </a:lnTo>
                  <a:lnTo>
                    <a:pt x="1283589" y="62280"/>
                  </a:lnTo>
                  <a:lnTo>
                    <a:pt x="1234313" y="77584"/>
                  </a:lnTo>
                  <a:lnTo>
                    <a:pt x="1185684" y="93916"/>
                  </a:lnTo>
                  <a:lnTo>
                    <a:pt x="1137691" y="111290"/>
                  </a:lnTo>
                  <a:lnTo>
                    <a:pt x="1090320" y="129705"/>
                  </a:lnTo>
                  <a:lnTo>
                    <a:pt x="1043584" y="149148"/>
                  </a:lnTo>
                  <a:lnTo>
                    <a:pt x="997483" y="169633"/>
                  </a:lnTo>
                  <a:lnTo>
                    <a:pt x="952017" y="191147"/>
                  </a:lnTo>
                  <a:lnTo>
                    <a:pt x="907173" y="213690"/>
                  </a:lnTo>
                  <a:lnTo>
                    <a:pt x="862965" y="237274"/>
                  </a:lnTo>
                  <a:lnTo>
                    <a:pt x="819378" y="261886"/>
                  </a:lnTo>
                  <a:lnTo>
                    <a:pt x="776427" y="287515"/>
                  </a:lnTo>
                  <a:lnTo>
                    <a:pt x="734110" y="314185"/>
                  </a:lnTo>
                  <a:lnTo>
                    <a:pt x="692416" y="341884"/>
                  </a:lnTo>
                  <a:lnTo>
                    <a:pt x="651357" y="370598"/>
                  </a:lnTo>
                  <a:lnTo>
                    <a:pt x="610920" y="400354"/>
                  </a:lnTo>
                  <a:lnTo>
                    <a:pt x="571106" y="431126"/>
                  </a:lnTo>
                  <a:lnTo>
                    <a:pt x="531926" y="462915"/>
                  </a:lnTo>
                  <a:lnTo>
                    <a:pt x="493369" y="495731"/>
                  </a:lnTo>
                  <a:lnTo>
                    <a:pt x="455447" y="529577"/>
                  </a:lnTo>
                  <a:lnTo>
                    <a:pt x="418147" y="564438"/>
                  </a:lnTo>
                  <a:lnTo>
                    <a:pt x="381469" y="600316"/>
                  </a:lnTo>
                  <a:lnTo>
                    <a:pt x="345427" y="637209"/>
                  </a:lnTo>
                  <a:lnTo>
                    <a:pt x="311886" y="673481"/>
                  </a:lnTo>
                  <a:lnTo>
                    <a:pt x="279552" y="710565"/>
                  </a:lnTo>
                  <a:lnTo>
                    <a:pt x="248462" y="748499"/>
                  </a:lnTo>
                  <a:lnTo>
                    <a:pt x="218655" y="787323"/>
                  </a:lnTo>
                  <a:lnTo>
                    <a:pt x="190169" y="827062"/>
                  </a:lnTo>
                  <a:lnTo>
                    <a:pt x="163055" y="867740"/>
                  </a:lnTo>
                  <a:lnTo>
                    <a:pt x="137325" y="909383"/>
                  </a:lnTo>
                  <a:lnTo>
                    <a:pt x="113042" y="952030"/>
                  </a:lnTo>
                  <a:lnTo>
                    <a:pt x="90233" y="995692"/>
                  </a:lnTo>
                  <a:lnTo>
                    <a:pt x="68948" y="1040409"/>
                  </a:lnTo>
                  <a:lnTo>
                    <a:pt x="50787" y="1082827"/>
                  </a:lnTo>
                  <a:lnTo>
                    <a:pt x="34429" y="1125867"/>
                  </a:lnTo>
                  <a:lnTo>
                    <a:pt x="20294" y="1169657"/>
                  </a:lnTo>
                  <a:lnTo>
                    <a:pt x="8826" y="1214285"/>
                  </a:lnTo>
                  <a:lnTo>
                    <a:pt x="952" y="1264742"/>
                  </a:lnTo>
                  <a:lnTo>
                    <a:pt x="0" y="1314577"/>
                  </a:lnTo>
                  <a:lnTo>
                    <a:pt x="5664" y="1363764"/>
                  </a:lnTo>
                  <a:lnTo>
                    <a:pt x="17589" y="1412303"/>
                  </a:lnTo>
                  <a:lnTo>
                    <a:pt x="35471" y="1460169"/>
                  </a:lnTo>
                  <a:lnTo>
                    <a:pt x="56261" y="1502511"/>
                  </a:lnTo>
                  <a:lnTo>
                    <a:pt x="80835" y="1542961"/>
                  </a:lnTo>
                  <a:lnTo>
                    <a:pt x="84074" y="1547647"/>
                  </a:lnTo>
                  <a:lnTo>
                    <a:pt x="85864" y="1555203"/>
                  </a:lnTo>
                  <a:lnTo>
                    <a:pt x="93789" y="1555203"/>
                  </a:lnTo>
                  <a:lnTo>
                    <a:pt x="94869" y="1554848"/>
                  </a:lnTo>
                  <a:lnTo>
                    <a:pt x="95592" y="1554848"/>
                  </a:lnTo>
                  <a:lnTo>
                    <a:pt x="105092" y="1502283"/>
                  </a:lnTo>
                  <a:lnTo>
                    <a:pt x="117055" y="1450378"/>
                  </a:lnTo>
                  <a:lnTo>
                    <a:pt x="131254" y="1399120"/>
                  </a:lnTo>
                  <a:lnTo>
                    <a:pt x="147447" y="1348511"/>
                  </a:lnTo>
                  <a:lnTo>
                    <a:pt x="165430" y="1298524"/>
                  </a:lnTo>
                  <a:lnTo>
                    <a:pt x="183603" y="1252715"/>
                  </a:lnTo>
                  <a:lnTo>
                    <a:pt x="203009" y="1207604"/>
                  </a:lnTo>
                  <a:lnTo>
                    <a:pt x="223621" y="1163193"/>
                  </a:lnTo>
                  <a:lnTo>
                    <a:pt x="245414" y="1119466"/>
                  </a:lnTo>
                  <a:lnTo>
                    <a:pt x="268351" y="1076388"/>
                  </a:lnTo>
                  <a:lnTo>
                    <a:pt x="292417" y="1033970"/>
                  </a:lnTo>
                  <a:lnTo>
                    <a:pt x="317576" y="992187"/>
                  </a:lnTo>
                  <a:lnTo>
                    <a:pt x="343801" y="951039"/>
                  </a:lnTo>
                  <a:lnTo>
                    <a:pt x="371055" y="910488"/>
                  </a:lnTo>
                  <a:lnTo>
                    <a:pt x="399338" y="870534"/>
                  </a:lnTo>
                  <a:lnTo>
                    <a:pt x="428599" y="831176"/>
                  </a:lnTo>
                  <a:lnTo>
                    <a:pt x="458825" y="792365"/>
                  </a:lnTo>
                  <a:lnTo>
                    <a:pt x="490207" y="753579"/>
                  </a:lnTo>
                  <a:lnTo>
                    <a:pt x="522338" y="715594"/>
                  </a:lnTo>
                  <a:lnTo>
                    <a:pt x="555218" y="678421"/>
                  </a:lnTo>
                  <a:lnTo>
                    <a:pt x="588860" y="642073"/>
                  </a:lnTo>
                  <a:lnTo>
                    <a:pt x="623277" y="606564"/>
                  </a:lnTo>
                  <a:lnTo>
                    <a:pt x="658469" y="571893"/>
                  </a:lnTo>
                  <a:lnTo>
                    <a:pt x="694448" y="538073"/>
                  </a:lnTo>
                  <a:lnTo>
                    <a:pt x="731215" y="505129"/>
                  </a:lnTo>
                  <a:lnTo>
                    <a:pt x="768781" y="473049"/>
                  </a:lnTo>
                  <a:lnTo>
                    <a:pt x="807161" y="441858"/>
                  </a:lnTo>
                  <a:lnTo>
                    <a:pt x="846366" y="411568"/>
                  </a:lnTo>
                  <a:lnTo>
                    <a:pt x="886383" y="382181"/>
                  </a:lnTo>
                  <a:lnTo>
                    <a:pt x="927239" y="353707"/>
                  </a:lnTo>
                  <a:lnTo>
                    <a:pt x="968946" y="326161"/>
                  </a:lnTo>
                  <a:lnTo>
                    <a:pt x="1012558" y="298856"/>
                  </a:lnTo>
                  <a:lnTo>
                    <a:pt x="1056792" y="272884"/>
                  </a:lnTo>
                  <a:lnTo>
                    <a:pt x="1101674" y="248323"/>
                  </a:lnTo>
                  <a:lnTo>
                    <a:pt x="1147229" y="225234"/>
                  </a:lnTo>
                  <a:lnTo>
                    <a:pt x="1193495" y="203657"/>
                  </a:lnTo>
                  <a:lnTo>
                    <a:pt x="1240485" y="183680"/>
                  </a:lnTo>
                  <a:lnTo>
                    <a:pt x="1288249" y="165366"/>
                  </a:lnTo>
                  <a:lnTo>
                    <a:pt x="1336802" y="148755"/>
                  </a:lnTo>
                  <a:lnTo>
                    <a:pt x="1386192" y="133921"/>
                  </a:lnTo>
                  <a:lnTo>
                    <a:pt x="1434249" y="121615"/>
                  </a:lnTo>
                  <a:lnTo>
                    <a:pt x="1482648" y="111340"/>
                  </a:lnTo>
                  <a:lnTo>
                    <a:pt x="1531404" y="103200"/>
                  </a:lnTo>
                  <a:lnTo>
                    <a:pt x="1580476" y="97231"/>
                  </a:lnTo>
                  <a:lnTo>
                    <a:pt x="1629867" y="93535"/>
                  </a:lnTo>
                  <a:lnTo>
                    <a:pt x="1679587" y="92163"/>
                  </a:lnTo>
                  <a:lnTo>
                    <a:pt x="1733397" y="91554"/>
                  </a:lnTo>
                  <a:lnTo>
                    <a:pt x="1787194" y="89801"/>
                  </a:lnTo>
                  <a:lnTo>
                    <a:pt x="1840953" y="86995"/>
                  </a:lnTo>
                  <a:lnTo>
                    <a:pt x="1894649" y="83261"/>
                  </a:lnTo>
                  <a:lnTo>
                    <a:pt x="1948268" y="78714"/>
                  </a:lnTo>
                  <a:lnTo>
                    <a:pt x="2018525" y="71742"/>
                  </a:lnTo>
                  <a:lnTo>
                    <a:pt x="2068753" y="67322"/>
                  </a:lnTo>
                  <a:lnTo>
                    <a:pt x="2072347" y="65887"/>
                  </a:lnTo>
                  <a:lnTo>
                    <a:pt x="2076310" y="64084"/>
                  </a:lnTo>
                  <a:lnTo>
                    <a:pt x="2082076" y="61201"/>
                  </a:lnTo>
                  <a:close/>
                </a:path>
                <a:path extrusionOk="0" h="2677160" w="3676015">
                  <a:moveTo>
                    <a:pt x="3006191" y="2473198"/>
                  </a:moveTo>
                  <a:lnTo>
                    <a:pt x="3000070" y="2466365"/>
                  </a:lnTo>
                  <a:lnTo>
                    <a:pt x="2952089" y="2481630"/>
                  </a:lnTo>
                  <a:lnTo>
                    <a:pt x="2903270" y="2492019"/>
                  </a:lnTo>
                  <a:lnTo>
                    <a:pt x="2853715" y="2497963"/>
                  </a:lnTo>
                  <a:lnTo>
                    <a:pt x="2803512" y="2499842"/>
                  </a:lnTo>
                  <a:lnTo>
                    <a:pt x="2800985" y="2499842"/>
                  </a:lnTo>
                  <a:lnTo>
                    <a:pt x="2508262" y="2497429"/>
                  </a:lnTo>
                  <a:lnTo>
                    <a:pt x="2213826" y="2489441"/>
                  </a:lnTo>
                  <a:lnTo>
                    <a:pt x="2010879" y="2479751"/>
                  </a:lnTo>
                  <a:lnTo>
                    <a:pt x="1897443" y="2472842"/>
                  </a:lnTo>
                  <a:lnTo>
                    <a:pt x="1858873" y="2470327"/>
                  </a:lnTo>
                  <a:lnTo>
                    <a:pt x="1846237" y="2469667"/>
                  </a:lnTo>
                  <a:lnTo>
                    <a:pt x="1833714" y="2468803"/>
                  </a:lnTo>
                  <a:lnTo>
                    <a:pt x="1808835" y="2466721"/>
                  </a:lnTo>
                  <a:lnTo>
                    <a:pt x="1810994" y="2473198"/>
                  </a:lnTo>
                  <a:lnTo>
                    <a:pt x="1817471" y="2472842"/>
                  </a:lnTo>
                  <a:lnTo>
                    <a:pt x="1917090" y="2504135"/>
                  </a:lnTo>
                  <a:lnTo>
                    <a:pt x="2155190" y="2575572"/>
                  </a:lnTo>
                  <a:lnTo>
                    <a:pt x="2442426" y="2656446"/>
                  </a:lnTo>
                  <a:lnTo>
                    <a:pt x="2479471" y="2665425"/>
                  </a:lnTo>
                  <a:lnTo>
                    <a:pt x="2552077" y="2675686"/>
                  </a:lnTo>
                  <a:lnTo>
                    <a:pt x="2587510" y="2676969"/>
                  </a:lnTo>
                  <a:lnTo>
                    <a:pt x="2636189" y="2674531"/>
                  </a:lnTo>
                  <a:lnTo>
                    <a:pt x="2683853" y="2667254"/>
                  </a:lnTo>
                  <a:lnTo>
                    <a:pt x="2730512" y="2655176"/>
                  </a:lnTo>
                  <a:lnTo>
                    <a:pt x="2776182" y="2638361"/>
                  </a:lnTo>
                  <a:lnTo>
                    <a:pt x="2820886" y="2616860"/>
                  </a:lnTo>
                  <a:lnTo>
                    <a:pt x="2864675" y="2590711"/>
                  </a:lnTo>
                  <a:lnTo>
                    <a:pt x="2907550" y="2559964"/>
                  </a:lnTo>
                  <a:lnTo>
                    <a:pt x="2952953" y="2521394"/>
                  </a:lnTo>
                  <a:lnTo>
                    <a:pt x="2995396" y="2479319"/>
                  </a:lnTo>
                  <a:lnTo>
                    <a:pt x="2998266" y="2476081"/>
                  </a:lnTo>
                  <a:lnTo>
                    <a:pt x="3006191" y="2473198"/>
                  </a:lnTo>
                  <a:close/>
                </a:path>
                <a:path extrusionOk="0" h="2677160" w="3676015">
                  <a:moveTo>
                    <a:pt x="3675392" y="701116"/>
                  </a:moveTo>
                  <a:lnTo>
                    <a:pt x="3673271" y="656285"/>
                  </a:lnTo>
                  <a:lnTo>
                    <a:pt x="3663238" y="601472"/>
                  </a:lnTo>
                  <a:lnTo>
                    <a:pt x="3645408" y="550354"/>
                  </a:lnTo>
                  <a:lnTo>
                    <a:pt x="3619550" y="502894"/>
                  </a:lnTo>
                  <a:lnTo>
                    <a:pt x="3585426" y="459003"/>
                  </a:lnTo>
                  <a:lnTo>
                    <a:pt x="3545776" y="420179"/>
                  </a:lnTo>
                  <a:lnTo>
                    <a:pt x="3500475" y="388086"/>
                  </a:lnTo>
                  <a:lnTo>
                    <a:pt x="3501440" y="550354"/>
                  </a:lnTo>
                  <a:lnTo>
                    <a:pt x="3501872" y="633691"/>
                  </a:lnTo>
                  <a:lnTo>
                    <a:pt x="3502088" y="682802"/>
                  </a:lnTo>
                  <a:lnTo>
                    <a:pt x="3502202" y="832688"/>
                  </a:lnTo>
                  <a:lnTo>
                    <a:pt x="3501898" y="882726"/>
                  </a:lnTo>
                  <a:lnTo>
                    <a:pt x="3501390" y="933005"/>
                  </a:lnTo>
                  <a:lnTo>
                    <a:pt x="3500640" y="983284"/>
                  </a:lnTo>
                  <a:lnTo>
                    <a:pt x="3499624" y="1033564"/>
                  </a:lnTo>
                  <a:lnTo>
                    <a:pt x="3498316" y="1083843"/>
                  </a:lnTo>
                  <a:lnTo>
                    <a:pt x="3496678" y="1134122"/>
                  </a:lnTo>
                  <a:lnTo>
                    <a:pt x="3494709" y="1184402"/>
                  </a:lnTo>
                  <a:lnTo>
                    <a:pt x="3492169" y="1238872"/>
                  </a:lnTo>
                  <a:lnTo>
                    <a:pt x="3489198" y="1293355"/>
                  </a:lnTo>
                  <a:lnTo>
                    <a:pt x="3485629" y="1347787"/>
                  </a:lnTo>
                  <a:lnTo>
                    <a:pt x="3481286" y="1402092"/>
                  </a:lnTo>
                  <a:lnTo>
                    <a:pt x="3475990" y="1456207"/>
                  </a:lnTo>
                  <a:lnTo>
                    <a:pt x="3475266" y="1464119"/>
                  </a:lnTo>
                  <a:lnTo>
                    <a:pt x="3474910" y="1471688"/>
                  </a:lnTo>
                  <a:lnTo>
                    <a:pt x="3474910" y="1479600"/>
                  </a:lnTo>
                  <a:lnTo>
                    <a:pt x="3482111" y="1475638"/>
                  </a:lnTo>
                  <a:lnTo>
                    <a:pt x="3481032" y="1467726"/>
                  </a:lnTo>
                  <a:lnTo>
                    <a:pt x="3482835" y="1461604"/>
                  </a:lnTo>
                  <a:lnTo>
                    <a:pt x="3497478" y="1413624"/>
                  </a:lnTo>
                  <a:lnTo>
                    <a:pt x="3511778" y="1365504"/>
                  </a:lnTo>
                  <a:lnTo>
                    <a:pt x="3525748" y="1317282"/>
                  </a:lnTo>
                  <a:lnTo>
                    <a:pt x="3539439" y="1268971"/>
                  </a:lnTo>
                  <a:lnTo>
                    <a:pt x="3552888" y="1220558"/>
                  </a:lnTo>
                  <a:lnTo>
                    <a:pt x="3566160" y="1172083"/>
                  </a:lnTo>
                  <a:lnTo>
                    <a:pt x="3579266" y="1123556"/>
                  </a:lnTo>
                  <a:lnTo>
                    <a:pt x="3592271" y="1074966"/>
                  </a:lnTo>
                  <a:lnTo>
                    <a:pt x="3605428" y="1026579"/>
                  </a:lnTo>
                  <a:lnTo>
                    <a:pt x="3618547" y="978179"/>
                  </a:lnTo>
                  <a:lnTo>
                    <a:pt x="3631552" y="929741"/>
                  </a:lnTo>
                  <a:lnTo>
                    <a:pt x="3644417" y="881253"/>
                  </a:lnTo>
                  <a:lnTo>
                    <a:pt x="3657117" y="832446"/>
                  </a:lnTo>
                  <a:lnTo>
                    <a:pt x="3666680" y="789279"/>
                  </a:lnTo>
                  <a:lnTo>
                    <a:pt x="3672992" y="745439"/>
                  </a:lnTo>
                  <a:lnTo>
                    <a:pt x="3675392" y="701116"/>
                  </a:lnTo>
                  <a:close/>
                </a:path>
              </a:pathLst>
            </a:custGeom>
            <a:solidFill>
              <a:srgbClr val="07A1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/>
        </p:nvSpPr>
        <p:spPr>
          <a:xfrm>
            <a:off x="443081" y="732875"/>
            <a:ext cx="2594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TRACTION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13"/>
          <p:cNvGrpSpPr/>
          <p:nvPr/>
        </p:nvGrpSpPr>
        <p:grpSpPr>
          <a:xfrm>
            <a:off x="365036" y="1187995"/>
            <a:ext cx="1826895" cy="635"/>
            <a:chOff x="365036" y="1187995"/>
            <a:chExt cx="1826895" cy="635"/>
          </a:xfrm>
        </p:grpSpPr>
        <p:sp>
          <p:nvSpPr>
            <p:cNvPr id="179" name="Google Shape;179;p13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1826641" y="0"/>
                  </a:moveTo>
                  <a:lnTo>
                    <a:pt x="0" y="0"/>
                  </a:lnTo>
                  <a:lnTo>
                    <a:pt x="0" y="368"/>
                  </a:lnTo>
                  <a:lnTo>
                    <a:pt x="913320" y="368"/>
                  </a:lnTo>
                  <a:lnTo>
                    <a:pt x="1826641" y="368"/>
                  </a:lnTo>
                  <a:lnTo>
                    <a:pt x="1826641" y="0"/>
                  </a:lnTo>
                  <a:close/>
                </a:path>
              </a:pathLst>
            </a:custGeom>
            <a:solidFill>
              <a:srgbClr val="07A1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913320" y="368"/>
                  </a:moveTo>
                  <a:lnTo>
                    <a:pt x="0" y="368"/>
                  </a:lnTo>
                  <a:lnTo>
                    <a:pt x="0" y="0"/>
                  </a:lnTo>
                  <a:lnTo>
                    <a:pt x="1826641" y="0"/>
                  </a:lnTo>
                  <a:lnTo>
                    <a:pt x="1826641" y="368"/>
                  </a:lnTo>
                  <a:lnTo>
                    <a:pt x="913320" y="368"/>
                  </a:lnTo>
                  <a:close/>
                </a:path>
              </a:pathLst>
            </a:custGeom>
            <a:noFill/>
            <a:ln cap="flat" cmpd="sng" w="9525">
              <a:solidFill>
                <a:srgbClr val="07A1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1" name="Google Shape;1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0475" y="166662"/>
            <a:ext cx="822959" cy="82118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 txBox="1"/>
          <p:nvPr/>
        </p:nvSpPr>
        <p:spPr>
          <a:xfrm>
            <a:off x="4420704" y="2893212"/>
            <a:ext cx="1964055" cy="909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44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4000+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mothers supported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4843" y="2011324"/>
            <a:ext cx="821156" cy="821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0559" y="1923122"/>
            <a:ext cx="677163" cy="8909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3"/>
          <p:cNvGrpSpPr/>
          <p:nvPr/>
        </p:nvGrpSpPr>
        <p:grpSpPr>
          <a:xfrm>
            <a:off x="5212079" y="1919884"/>
            <a:ext cx="1371599" cy="890993"/>
            <a:chOff x="5212079" y="1919884"/>
            <a:chExt cx="1371599" cy="890993"/>
          </a:xfrm>
        </p:grpSpPr>
        <p:pic>
          <p:nvPicPr>
            <p:cNvPr id="186" name="Google Shape;186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12079" y="1919884"/>
              <a:ext cx="677163" cy="890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06515" y="1919884"/>
              <a:ext cx="677163" cy="8909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8" name="Google Shape;1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76679" y="1919884"/>
            <a:ext cx="756361" cy="75636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3"/>
          <p:cNvSpPr txBox="1"/>
          <p:nvPr/>
        </p:nvSpPr>
        <p:spPr>
          <a:xfrm>
            <a:off x="7896859" y="2796387"/>
            <a:ext cx="1404620" cy="103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indent="0" lvl="0" marL="12065" marR="5080" rtl="0" algn="ctr">
              <a:lnSpc>
                <a:spcPct val="100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implementation partners</a:t>
            </a:r>
            <a:endParaRPr sz="15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1092136" y="2886379"/>
            <a:ext cx="1296035" cy="1021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50+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indent="1270" lvl="0" marL="12065" marR="5080" rtl="0" algn="ctr">
              <a:lnSpc>
                <a:spcPct val="119354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community health workers</a:t>
            </a:r>
            <a:endParaRPr sz="15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MODEL</a:t>
            </a:r>
            <a:endParaRPr/>
          </a:p>
        </p:txBody>
      </p:sp>
      <p:pic>
        <p:nvPicPr>
          <p:cNvPr id="196" name="Google Shape;1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480" y="2248204"/>
            <a:ext cx="631799" cy="63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4"/>
          <p:cNvSpPr txBox="1"/>
          <p:nvPr/>
        </p:nvSpPr>
        <p:spPr>
          <a:xfrm>
            <a:off x="1546821" y="1586420"/>
            <a:ext cx="1839595" cy="34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257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B2B2C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257175" lvl="0" marL="12700" marR="5080" rtl="0" algn="l">
              <a:lnSpc>
                <a:spcPct val="100000"/>
              </a:lnSpc>
              <a:spcBef>
                <a:spcPts val="185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DawaMom|CHW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US$ 3/month/mother </a:t>
            </a:r>
            <a:r>
              <a:rPr b="1" lang="en-US" sz="16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(30% commission)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38150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SayanaPress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4323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US$ 2/dose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44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Remote UScan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52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US$ 3/scan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759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TORCH test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9243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US$ 3/test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1198" y="167385"/>
            <a:ext cx="822959" cy="821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919" y="4512957"/>
            <a:ext cx="640079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76040" y="1096924"/>
            <a:ext cx="6300355" cy="4206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3011754"/>
            <a:ext cx="631799" cy="63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" y="3743642"/>
            <a:ext cx="631799" cy="63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GO-TO-MARKET MODEL</a:t>
            </a:r>
            <a:endParaRPr/>
          </a:p>
        </p:txBody>
      </p:sp>
      <p:pic>
        <p:nvPicPr>
          <p:cNvPr id="208" name="Google Shape;2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460318"/>
            <a:ext cx="631799" cy="63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1198" y="167385"/>
            <a:ext cx="822959" cy="821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2011324"/>
            <a:ext cx="640079" cy="640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76040" y="1188364"/>
            <a:ext cx="6300355" cy="420659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5"/>
          <p:cNvSpPr txBox="1"/>
          <p:nvPr/>
        </p:nvSpPr>
        <p:spPr>
          <a:xfrm>
            <a:off x="1448904" y="3492627"/>
            <a:ext cx="114363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Service|Access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1448904" y="3681970"/>
            <a:ext cx="80010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1664893" y="3706088"/>
            <a:ext cx="1113155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Mobile App USSD/SMS app AI-chatbot Web-portal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1446377" y="2121026"/>
            <a:ext cx="165862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Awareness|Programs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5"/>
          <p:cNvSpPr txBox="1"/>
          <p:nvPr/>
        </p:nvSpPr>
        <p:spPr>
          <a:xfrm>
            <a:off x="1446377" y="2310371"/>
            <a:ext cx="80010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1662379" y="2334488"/>
            <a:ext cx="1917064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Outreach Programs Community Leadership Partner Organizations Community Health Agents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0475" y="166662"/>
            <a:ext cx="822959" cy="8211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16"/>
          <p:cNvGrpSpPr/>
          <p:nvPr/>
        </p:nvGrpSpPr>
        <p:grpSpPr>
          <a:xfrm>
            <a:off x="365036" y="1187995"/>
            <a:ext cx="1826895" cy="635"/>
            <a:chOff x="365036" y="1187995"/>
            <a:chExt cx="1826895" cy="635"/>
          </a:xfrm>
        </p:grpSpPr>
        <p:sp>
          <p:nvSpPr>
            <p:cNvPr id="224" name="Google Shape;224;p16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1826641" y="0"/>
                  </a:moveTo>
                  <a:lnTo>
                    <a:pt x="0" y="0"/>
                  </a:lnTo>
                  <a:lnTo>
                    <a:pt x="0" y="368"/>
                  </a:lnTo>
                  <a:lnTo>
                    <a:pt x="913320" y="368"/>
                  </a:lnTo>
                  <a:lnTo>
                    <a:pt x="1826641" y="368"/>
                  </a:lnTo>
                  <a:lnTo>
                    <a:pt x="1826641" y="0"/>
                  </a:lnTo>
                  <a:close/>
                </a:path>
              </a:pathLst>
            </a:custGeom>
            <a:solidFill>
              <a:srgbClr val="07A1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913320" y="368"/>
                  </a:moveTo>
                  <a:lnTo>
                    <a:pt x="0" y="368"/>
                  </a:lnTo>
                  <a:lnTo>
                    <a:pt x="0" y="0"/>
                  </a:lnTo>
                  <a:lnTo>
                    <a:pt x="1826641" y="0"/>
                  </a:lnTo>
                  <a:lnTo>
                    <a:pt x="1826641" y="368"/>
                  </a:lnTo>
                  <a:lnTo>
                    <a:pt x="913320" y="368"/>
                  </a:lnTo>
                  <a:close/>
                </a:path>
              </a:pathLst>
            </a:custGeom>
            <a:noFill/>
            <a:ln cap="flat" cmpd="sng" w="9525">
              <a:solidFill>
                <a:srgbClr val="07A1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6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SOCIAL IMPACT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4650740" y="2690190"/>
            <a:ext cx="251904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Maternal Mortality Causes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" name="Google Shape;228;p16"/>
          <p:cNvGrpSpPr/>
          <p:nvPr/>
        </p:nvGrpSpPr>
        <p:grpSpPr>
          <a:xfrm>
            <a:off x="2480044" y="-226813"/>
            <a:ext cx="7591059" cy="4297666"/>
            <a:chOff x="2453294" y="483237"/>
            <a:chExt cx="7591059" cy="4297666"/>
          </a:xfrm>
        </p:grpSpPr>
        <p:sp>
          <p:nvSpPr>
            <p:cNvPr id="229" name="Google Shape;229;p16"/>
            <p:cNvSpPr/>
            <p:nvPr/>
          </p:nvSpPr>
          <p:spPr>
            <a:xfrm>
              <a:off x="7575473" y="2833204"/>
              <a:ext cx="2368550" cy="0"/>
            </a:xfrm>
            <a:custGeom>
              <a:rect b="b" l="l" r="r" t="t"/>
              <a:pathLst>
                <a:path extrusionOk="0" h="120000" w="2368550">
                  <a:moveTo>
                    <a:pt x="0" y="0"/>
                  </a:moveTo>
                  <a:lnTo>
                    <a:pt x="2368080" y="0"/>
                  </a:lnTo>
                </a:path>
              </a:pathLst>
            </a:custGeom>
            <a:noFill/>
            <a:ln cap="flat" cmpd="sng" w="9525">
              <a:solidFill>
                <a:srgbClr val="0007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0" name="Google Shape;23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936365" y="2779204"/>
              <a:ext cx="107988" cy="10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53294" y="483237"/>
              <a:ext cx="7194956" cy="42976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2" name="Google Shape;232;p16"/>
          <p:cNvSpPr txBox="1"/>
          <p:nvPr/>
        </p:nvSpPr>
        <p:spPr>
          <a:xfrm>
            <a:off x="7986865" y="1176019"/>
            <a:ext cx="1778635" cy="909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7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34EA1C"/>
                </a:solidFill>
                <a:latin typeface="Arial"/>
                <a:ea typeface="Arial"/>
                <a:cs typeface="Arial"/>
                <a:sym typeface="Arial"/>
              </a:rPr>
              <a:t>&gt;53%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directly managed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16"/>
          <p:cNvGrpSpPr/>
          <p:nvPr/>
        </p:nvGrpSpPr>
        <p:grpSpPr>
          <a:xfrm>
            <a:off x="12953" y="1280159"/>
            <a:ext cx="9587523" cy="4388764"/>
            <a:chOff x="12953" y="1280159"/>
            <a:chExt cx="9587523" cy="4388764"/>
          </a:xfrm>
        </p:grpSpPr>
        <p:pic>
          <p:nvPicPr>
            <p:cNvPr id="234" name="Google Shape;234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953" y="1280159"/>
              <a:ext cx="3552113" cy="43887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54524" y="3044520"/>
              <a:ext cx="2273757" cy="25974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326719" y="3030474"/>
              <a:ext cx="2273757" cy="25974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17"/>
          <p:cNvGrpSpPr/>
          <p:nvPr/>
        </p:nvGrpSpPr>
        <p:grpSpPr>
          <a:xfrm>
            <a:off x="182879" y="1184757"/>
            <a:ext cx="1826895" cy="635"/>
            <a:chOff x="182879" y="1184757"/>
            <a:chExt cx="1826895" cy="635"/>
          </a:xfrm>
        </p:grpSpPr>
        <p:sp>
          <p:nvSpPr>
            <p:cNvPr id="242" name="Google Shape;242;p17"/>
            <p:cNvSpPr/>
            <p:nvPr/>
          </p:nvSpPr>
          <p:spPr>
            <a:xfrm>
              <a:off x="182879" y="1184757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1826640" y="0"/>
                  </a:moveTo>
                  <a:lnTo>
                    <a:pt x="0" y="0"/>
                  </a:lnTo>
                  <a:lnTo>
                    <a:pt x="0" y="368"/>
                  </a:lnTo>
                  <a:lnTo>
                    <a:pt x="913320" y="368"/>
                  </a:lnTo>
                  <a:lnTo>
                    <a:pt x="1826640" y="368"/>
                  </a:lnTo>
                  <a:lnTo>
                    <a:pt x="1826640" y="0"/>
                  </a:lnTo>
                  <a:close/>
                </a:path>
              </a:pathLst>
            </a:custGeom>
            <a:solidFill>
              <a:srgbClr val="07A1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182879" y="1184757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913320" y="368"/>
                  </a:moveTo>
                  <a:lnTo>
                    <a:pt x="0" y="368"/>
                  </a:lnTo>
                  <a:lnTo>
                    <a:pt x="0" y="0"/>
                  </a:lnTo>
                  <a:lnTo>
                    <a:pt x="1826640" y="0"/>
                  </a:lnTo>
                  <a:lnTo>
                    <a:pt x="1826640" y="368"/>
                  </a:lnTo>
                  <a:lnTo>
                    <a:pt x="913320" y="368"/>
                  </a:lnTo>
                  <a:close/>
                </a:path>
              </a:pathLst>
            </a:custGeom>
            <a:noFill/>
            <a:ln cap="flat" cmpd="sng" w="9525">
              <a:solidFill>
                <a:srgbClr val="07A1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" name="Google Shape;244;p17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TEAM</a:t>
            </a:r>
            <a:endParaRPr/>
          </a:p>
        </p:txBody>
      </p:sp>
      <p:pic>
        <p:nvPicPr>
          <p:cNvPr id="245" name="Google Shape;2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6718" y="3055327"/>
            <a:ext cx="848525" cy="892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3993" y="1626476"/>
            <a:ext cx="896759" cy="944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1572120"/>
            <a:ext cx="880198" cy="926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91993" y="1623250"/>
            <a:ext cx="861123" cy="90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1199" y="1623237"/>
            <a:ext cx="891717" cy="93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62245" y="3038754"/>
            <a:ext cx="889914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7"/>
          <p:cNvSpPr txBox="1"/>
          <p:nvPr/>
        </p:nvSpPr>
        <p:spPr>
          <a:xfrm>
            <a:off x="1414703" y="1629613"/>
            <a:ext cx="1022985" cy="267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sng">
                <a:latin typeface="Arial"/>
                <a:ea typeface="Arial"/>
                <a:cs typeface="Arial"/>
                <a:sym typeface="Arial"/>
              </a:rPr>
              <a:t>Tafadzwa Munzwa </a:t>
            </a:r>
            <a:r>
              <a:rPr b="1" lang="en-US" sz="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8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CEO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1416138" y="1894941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1630705" y="1871903"/>
            <a:ext cx="791845" cy="483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52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Student Doctor Web Developer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ACT Entrepreneurship| ZICTA ICT innovator| BongoHive Accelerator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1416138" y="1986381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5" name="Google Shape;255;p17"/>
          <p:cNvSpPr txBox="1"/>
          <p:nvPr/>
        </p:nvSpPr>
        <p:spPr>
          <a:xfrm>
            <a:off x="1416138" y="2077821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1416138" y="2169261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1416138" y="2260701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3597744" y="1615579"/>
            <a:ext cx="755015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sng">
                <a:latin typeface="Arial"/>
                <a:ea typeface="Arial"/>
                <a:cs typeface="Arial"/>
                <a:sym typeface="Arial"/>
              </a:rPr>
              <a:t>Chungu Chama</a:t>
            </a:r>
            <a:r>
              <a:rPr b="1" lang="en-US" sz="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8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CTO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 txBox="1"/>
          <p:nvPr/>
        </p:nvSpPr>
        <p:spPr>
          <a:xfrm>
            <a:off x="3600615" y="1882343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3815181" y="1859305"/>
            <a:ext cx="104902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Full Stack Developer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Huawei Routing and Switching Cisco IT essential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ZICTA ICT innovator|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3600615" y="1973783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3600615" y="2065223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3600615" y="2156663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5872581" y="1605495"/>
            <a:ext cx="1029969" cy="267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sng">
                <a:latin typeface="Arial"/>
                <a:ea typeface="Arial"/>
                <a:cs typeface="Arial"/>
                <a:sym typeface="Arial"/>
              </a:rPr>
              <a:t>Progress Mahureva </a:t>
            </a:r>
            <a:r>
              <a:rPr b="1" lang="en-US" sz="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8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COO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5873661" y="1870824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6" name="Google Shape;266;p17"/>
          <p:cNvSpPr txBox="1"/>
          <p:nvPr/>
        </p:nvSpPr>
        <p:spPr>
          <a:xfrm>
            <a:off x="6088214" y="1847786"/>
            <a:ext cx="92456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B.Com| Business &amp; Finance First Mutual Health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94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Old Mutual Group Munch zw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5873661" y="1962264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5873661" y="2053704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5873661" y="2145144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8158581" y="1586420"/>
            <a:ext cx="101981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sng">
                <a:latin typeface="Arial"/>
                <a:ea typeface="Arial"/>
                <a:cs typeface="Arial"/>
                <a:sym typeface="Arial"/>
              </a:rPr>
              <a:t>Takunda Mugwagwa</a:t>
            </a:r>
            <a:r>
              <a:rPr b="1" lang="en-US" sz="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8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Head of Clinical Care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7"/>
          <p:cNvSpPr txBox="1"/>
          <p:nvPr/>
        </p:nvSpPr>
        <p:spPr>
          <a:xfrm>
            <a:off x="8159660" y="1853184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8374215" y="1829790"/>
            <a:ext cx="1179830" cy="483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52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Doctor (UBH) CMFZ app lead YALI Network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ARIPO- Cardiology monitor patent pending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8159660" y="1944623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8159660" y="2036064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8159660" y="2127503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3572535" y="3062058"/>
            <a:ext cx="127000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Arial"/>
                <a:ea typeface="Arial"/>
                <a:cs typeface="Arial"/>
                <a:sym typeface="Arial"/>
              </a:rPr>
              <a:t>Mary Kanawila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Project-manager (Sayana)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 txBox="1"/>
          <p:nvPr/>
        </p:nvSpPr>
        <p:spPr>
          <a:xfrm>
            <a:off x="3573614" y="3328822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3788536" y="3305784"/>
            <a:ext cx="1026794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78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Pharmacist Radio Presenter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Agents of Change Foundation Khupe Girls Leader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3573614" y="3420262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3573614" y="3511702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3573614" y="3603142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5857100" y="3049460"/>
            <a:ext cx="10775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7625" lvl="0" marL="5969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" u="sng">
                <a:latin typeface="Arial"/>
                <a:ea typeface="Arial"/>
                <a:cs typeface="Arial"/>
                <a:sym typeface="Arial"/>
              </a:rPr>
              <a:t>Kinsley Kajiva	</a:t>
            </a:r>
            <a:r>
              <a:rPr b="1" lang="en-US" sz="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8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Mobile Dev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5905334" y="3316223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6120257" y="3292830"/>
            <a:ext cx="783590" cy="483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15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Bsc Computer Science Fullstack Dev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4+ years of experience AWS Integration Android Expect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 txBox="1"/>
          <p:nvPr/>
        </p:nvSpPr>
        <p:spPr>
          <a:xfrm>
            <a:off x="5905334" y="3407664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6" name="Google Shape;286;p17"/>
          <p:cNvSpPr txBox="1"/>
          <p:nvPr/>
        </p:nvSpPr>
        <p:spPr>
          <a:xfrm>
            <a:off x="5905334" y="3499103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7" name="Google Shape;287;p17"/>
          <p:cNvSpPr txBox="1"/>
          <p:nvPr/>
        </p:nvSpPr>
        <p:spPr>
          <a:xfrm>
            <a:off x="5905334" y="3590544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5905334" y="3681983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9" name="Google Shape;289;p17"/>
          <p:cNvSpPr txBox="1"/>
          <p:nvPr/>
        </p:nvSpPr>
        <p:spPr>
          <a:xfrm>
            <a:off x="4374984" y="4362373"/>
            <a:ext cx="1322100" cy="12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3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ADVISORY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just">
              <a:lnSpc>
                <a:spcPct val="100000"/>
              </a:lnSpc>
              <a:spcBef>
                <a:spcPts val="1550"/>
              </a:spcBef>
              <a:spcAft>
                <a:spcPts val="0"/>
              </a:spcAft>
              <a:buNone/>
            </a:pPr>
            <a:r>
              <a:rPr b="1" lang="en-US" sz="1000" u="sng">
                <a:latin typeface="Arial"/>
                <a:ea typeface="Arial"/>
                <a:cs typeface="Arial"/>
                <a:sym typeface="Arial"/>
              </a:rPr>
              <a:t>Dr M. K. Lubeya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0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UNZA Medical School </a:t>
            </a:r>
            <a:br>
              <a:rPr b="1" lang="en-US" sz="10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Obs &amp;</a:t>
            </a:r>
            <a:r>
              <a:rPr lang="en-US" sz="1000">
                <a:solidFill>
                  <a:srgbClr val="000700"/>
                </a:solidFill>
              </a:rPr>
              <a:t> </a:t>
            </a:r>
            <a:r>
              <a:rPr lang="en-US" sz="10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Gynae Specialist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581850" y="4865300"/>
            <a:ext cx="1571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Silumesii Maboshe </a:t>
            </a:r>
            <a:r>
              <a:rPr b="1" lang="en-US" sz="10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BongoHive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7"/>
          <p:cNvSpPr txBox="1"/>
          <p:nvPr/>
        </p:nvSpPr>
        <p:spPr>
          <a:xfrm>
            <a:off x="638898" y="5170220"/>
            <a:ext cx="981710" cy="178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Director- Consult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8053102" y="4852700"/>
            <a:ext cx="177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Simunza Muyangana </a:t>
            </a:r>
            <a:r>
              <a:rPr b="1" lang="en-US" sz="10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BongoHive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8053095" y="5157266"/>
            <a:ext cx="1514475" cy="178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Director- Entrepreneurship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17"/>
          <p:cNvGrpSpPr/>
          <p:nvPr/>
        </p:nvGrpSpPr>
        <p:grpSpPr>
          <a:xfrm>
            <a:off x="3640683" y="3203638"/>
            <a:ext cx="991235" cy="635"/>
            <a:chOff x="3640683" y="3203638"/>
            <a:chExt cx="991235" cy="635"/>
          </a:xfrm>
        </p:grpSpPr>
        <p:sp>
          <p:nvSpPr>
            <p:cNvPr id="295" name="Google Shape;295;p17"/>
            <p:cNvSpPr/>
            <p:nvPr/>
          </p:nvSpPr>
          <p:spPr>
            <a:xfrm>
              <a:off x="3640683" y="3203638"/>
              <a:ext cx="991235" cy="635"/>
            </a:xfrm>
            <a:custGeom>
              <a:rect b="b" l="l" r="r" t="t"/>
              <a:pathLst>
                <a:path extrusionOk="0" h="635" w="991235">
                  <a:moveTo>
                    <a:pt x="991082" y="0"/>
                  </a:moveTo>
                  <a:lnTo>
                    <a:pt x="0" y="0"/>
                  </a:lnTo>
                  <a:lnTo>
                    <a:pt x="0" y="355"/>
                  </a:lnTo>
                  <a:lnTo>
                    <a:pt x="495719" y="355"/>
                  </a:lnTo>
                  <a:lnTo>
                    <a:pt x="991082" y="355"/>
                  </a:lnTo>
                  <a:lnTo>
                    <a:pt x="991082" y="0"/>
                  </a:lnTo>
                  <a:close/>
                </a:path>
              </a:pathLst>
            </a:custGeom>
            <a:solidFill>
              <a:srgbClr val="34EA1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7"/>
            <p:cNvSpPr/>
            <p:nvPr/>
          </p:nvSpPr>
          <p:spPr>
            <a:xfrm>
              <a:off x="3640683" y="3203638"/>
              <a:ext cx="991235" cy="635"/>
            </a:xfrm>
            <a:custGeom>
              <a:rect b="b" l="l" r="r" t="t"/>
              <a:pathLst>
                <a:path extrusionOk="0" h="635" w="991235">
                  <a:moveTo>
                    <a:pt x="495719" y="355"/>
                  </a:moveTo>
                  <a:lnTo>
                    <a:pt x="0" y="355"/>
                  </a:lnTo>
                  <a:lnTo>
                    <a:pt x="0" y="0"/>
                  </a:lnTo>
                  <a:lnTo>
                    <a:pt x="991082" y="0"/>
                  </a:lnTo>
                  <a:lnTo>
                    <a:pt x="991082" y="355"/>
                  </a:lnTo>
                  <a:lnTo>
                    <a:pt x="495719" y="355"/>
                  </a:lnTo>
                  <a:close/>
                </a:path>
              </a:pathLst>
            </a:custGeom>
            <a:noFill/>
            <a:ln cap="flat" cmpd="sng" w="9525">
              <a:solidFill>
                <a:srgbClr val="34EA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7" name="Google Shape;297;p17"/>
          <p:cNvGrpSpPr/>
          <p:nvPr/>
        </p:nvGrpSpPr>
        <p:grpSpPr>
          <a:xfrm>
            <a:off x="731519" y="5068442"/>
            <a:ext cx="1110615" cy="635"/>
            <a:chOff x="731519" y="5068442"/>
            <a:chExt cx="1110615" cy="635"/>
          </a:xfrm>
        </p:grpSpPr>
        <p:sp>
          <p:nvSpPr>
            <p:cNvPr id="298" name="Google Shape;298;p17"/>
            <p:cNvSpPr/>
            <p:nvPr/>
          </p:nvSpPr>
          <p:spPr>
            <a:xfrm>
              <a:off x="731519" y="5068442"/>
              <a:ext cx="1110615" cy="635"/>
            </a:xfrm>
            <a:custGeom>
              <a:rect b="b" l="l" r="r" t="t"/>
              <a:pathLst>
                <a:path extrusionOk="0" h="635" w="1110614">
                  <a:moveTo>
                    <a:pt x="1110234" y="0"/>
                  </a:moveTo>
                  <a:lnTo>
                    <a:pt x="0" y="0"/>
                  </a:lnTo>
                  <a:lnTo>
                    <a:pt x="0" y="355"/>
                  </a:lnTo>
                  <a:lnTo>
                    <a:pt x="555117" y="355"/>
                  </a:lnTo>
                  <a:lnTo>
                    <a:pt x="1110234" y="355"/>
                  </a:lnTo>
                  <a:lnTo>
                    <a:pt x="1110234" y="0"/>
                  </a:lnTo>
                  <a:close/>
                </a:path>
              </a:pathLst>
            </a:custGeom>
            <a:solidFill>
              <a:srgbClr val="34EA1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7"/>
            <p:cNvSpPr/>
            <p:nvPr/>
          </p:nvSpPr>
          <p:spPr>
            <a:xfrm>
              <a:off x="731519" y="5068442"/>
              <a:ext cx="1110615" cy="635"/>
            </a:xfrm>
            <a:custGeom>
              <a:rect b="b" l="l" r="r" t="t"/>
              <a:pathLst>
                <a:path extrusionOk="0" h="635" w="1110614">
                  <a:moveTo>
                    <a:pt x="555117" y="355"/>
                  </a:moveTo>
                  <a:lnTo>
                    <a:pt x="0" y="355"/>
                  </a:lnTo>
                  <a:lnTo>
                    <a:pt x="0" y="0"/>
                  </a:lnTo>
                  <a:lnTo>
                    <a:pt x="1110234" y="0"/>
                  </a:lnTo>
                  <a:lnTo>
                    <a:pt x="1110234" y="355"/>
                  </a:lnTo>
                  <a:lnTo>
                    <a:pt x="555117" y="355"/>
                  </a:lnTo>
                  <a:close/>
                </a:path>
              </a:pathLst>
            </a:custGeom>
            <a:noFill/>
            <a:ln cap="flat" cmpd="sng" w="9525">
              <a:solidFill>
                <a:srgbClr val="34EA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17"/>
          <p:cNvGrpSpPr/>
          <p:nvPr/>
        </p:nvGrpSpPr>
        <p:grpSpPr>
          <a:xfrm>
            <a:off x="8102155" y="5032438"/>
            <a:ext cx="1316355" cy="635"/>
            <a:chOff x="8102155" y="5032438"/>
            <a:chExt cx="1316355" cy="635"/>
          </a:xfrm>
        </p:grpSpPr>
        <p:sp>
          <p:nvSpPr>
            <p:cNvPr id="301" name="Google Shape;301;p17"/>
            <p:cNvSpPr/>
            <p:nvPr/>
          </p:nvSpPr>
          <p:spPr>
            <a:xfrm>
              <a:off x="8102155" y="5032438"/>
              <a:ext cx="1316355" cy="635"/>
            </a:xfrm>
            <a:custGeom>
              <a:rect b="b" l="l" r="r" t="t"/>
              <a:pathLst>
                <a:path extrusionOk="0" h="635" w="1316354">
                  <a:moveTo>
                    <a:pt x="1316164" y="0"/>
                  </a:moveTo>
                  <a:lnTo>
                    <a:pt x="0" y="0"/>
                  </a:lnTo>
                  <a:lnTo>
                    <a:pt x="0" y="355"/>
                  </a:lnTo>
                  <a:lnTo>
                    <a:pt x="658088" y="355"/>
                  </a:lnTo>
                  <a:lnTo>
                    <a:pt x="1316164" y="355"/>
                  </a:lnTo>
                  <a:lnTo>
                    <a:pt x="1316164" y="0"/>
                  </a:lnTo>
                  <a:close/>
                </a:path>
              </a:pathLst>
            </a:custGeom>
            <a:solidFill>
              <a:srgbClr val="34EA1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7"/>
            <p:cNvSpPr/>
            <p:nvPr/>
          </p:nvSpPr>
          <p:spPr>
            <a:xfrm>
              <a:off x="8102155" y="5032438"/>
              <a:ext cx="1316355" cy="635"/>
            </a:xfrm>
            <a:custGeom>
              <a:rect b="b" l="l" r="r" t="t"/>
              <a:pathLst>
                <a:path extrusionOk="0" h="635" w="1316354">
                  <a:moveTo>
                    <a:pt x="658088" y="355"/>
                  </a:moveTo>
                  <a:lnTo>
                    <a:pt x="0" y="355"/>
                  </a:lnTo>
                  <a:lnTo>
                    <a:pt x="0" y="0"/>
                  </a:lnTo>
                  <a:lnTo>
                    <a:pt x="1316164" y="0"/>
                  </a:lnTo>
                  <a:lnTo>
                    <a:pt x="1316164" y="355"/>
                  </a:lnTo>
                  <a:lnTo>
                    <a:pt x="658088" y="355"/>
                  </a:lnTo>
                  <a:close/>
                </a:path>
              </a:pathLst>
            </a:custGeom>
            <a:noFill/>
            <a:ln cap="flat" cmpd="sng" w="9525">
              <a:solidFill>
                <a:srgbClr val="34EA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3" name="Google Shape;30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81554" y="167741"/>
            <a:ext cx="822959" cy="82118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7"/>
          <p:cNvSpPr txBox="1"/>
          <p:nvPr/>
        </p:nvSpPr>
        <p:spPr>
          <a:xfrm>
            <a:off x="2454744" y="4876825"/>
            <a:ext cx="107315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Elizabeth Harford </a:t>
            </a:r>
            <a:r>
              <a:rPr b="1" lang="en-US" sz="10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BongoHive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2454744" y="5181384"/>
            <a:ext cx="1170305" cy="178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Investment Ventures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17"/>
          <p:cNvGrpSpPr/>
          <p:nvPr/>
        </p:nvGrpSpPr>
        <p:grpSpPr>
          <a:xfrm>
            <a:off x="2468879" y="5067363"/>
            <a:ext cx="1097280" cy="635"/>
            <a:chOff x="2468879" y="5067363"/>
            <a:chExt cx="1097280" cy="635"/>
          </a:xfrm>
        </p:grpSpPr>
        <p:sp>
          <p:nvSpPr>
            <p:cNvPr id="307" name="Google Shape;307;p17"/>
            <p:cNvSpPr/>
            <p:nvPr/>
          </p:nvSpPr>
          <p:spPr>
            <a:xfrm>
              <a:off x="2468879" y="5067363"/>
              <a:ext cx="1097280" cy="635"/>
            </a:xfrm>
            <a:custGeom>
              <a:rect b="b" l="l" r="r" t="t"/>
              <a:pathLst>
                <a:path extrusionOk="0" h="635" w="1097279">
                  <a:moveTo>
                    <a:pt x="1097280" y="0"/>
                  </a:moveTo>
                  <a:lnTo>
                    <a:pt x="0" y="0"/>
                  </a:lnTo>
                  <a:lnTo>
                    <a:pt x="0" y="355"/>
                  </a:lnTo>
                  <a:lnTo>
                    <a:pt x="548639" y="355"/>
                  </a:lnTo>
                  <a:lnTo>
                    <a:pt x="1097280" y="355"/>
                  </a:lnTo>
                  <a:lnTo>
                    <a:pt x="1097280" y="0"/>
                  </a:lnTo>
                  <a:close/>
                </a:path>
              </a:pathLst>
            </a:custGeom>
            <a:solidFill>
              <a:srgbClr val="34EA1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2468879" y="5067363"/>
              <a:ext cx="1097280" cy="635"/>
            </a:xfrm>
            <a:custGeom>
              <a:rect b="b" l="l" r="r" t="t"/>
              <a:pathLst>
                <a:path extrusionOk="0" h="635" w="1097279">
                  <a:moveTo>
                    <a:pt x="548639" y="355"/>
                  </a:moveTo>
                  <a:lnTo>
                    <a:pt x="0" y="355"/>
                  </a:lnTo>
                  <a:lnTo>
                    <a:pt x="0" y="0"/>
                  </a:lnTo>
                  <a:lnTo>
                    <a:pt x="1097280" y="0"/>
                  </a:lnTo>
                  <a:lnTo>
                    <a:pt x="1097280" y="355"/>
                  </a:lnTo>
                  <a:lnTo>
                    <a:pt x="548639" y="355"/>
                  </a:lnTo>
                  <a:close/>
                </a:path>
              </a:pathLst>
            </a:custGeom>
            <a:noFill/>
            <a:ln cap="flat" cmpd="sng" w="9525">
              <a:solidFill>
                <a:srgbClr val="34EA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9" name="Google Shape;30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8680" y="3038754"/>
            <a:ext cx="854633" cy="89675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7"/>
          <p:cNvSpPr txBox="1"/>
          <p:nvPr/>
        </p:nvSpPr>
        <p:spPr>
          <a:xfrm>
            <a:off x="1352422" y="3071050"/>
            <a:ext cx="102298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sng">
                <a:latin typeface="Arial"/>
                <a:ea typeface="Arial"/>
                <a:cs typeface="Arial"/>
                <a:sym typeface="Arial"/>
              </a:rPr>
              <a:t>Aaron Chiwala	</a:t>
            </a:r>
            <a:r>
              <a:rPr b="1" lang="en-US" sz="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8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Junior Associate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 txBox="1"/>
          <p:nvPr/>
        </p:nvSpPr>
        <p:spPr>
          <a:xfrm>
            <a:off x="1353858" y="3337814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2" name="Google Shape;312;p17"/>
          <p:cNvSpPr txBox="1"/>
          <p:nvPr/>
        </p:nvSpPr>
        <p:spPr>
          <a:xfrm>
            <a:off x="1568424" y="3314420"/>
            <a:ext cx="995044" cy="666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89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Bsc Economics &amp; Finance Business Development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CMI Level 5- Management &amp; Leadership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800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CMI Level 5- Data &amp; Information Academic consultant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7"/>
          <p:cNvSpPr txBox="1"/>
          <p:nvPr/>
        </p:nvSpPr>
        <p:spPr>
          <a:xfrm>
            <a:off x="1353858" y="3429253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4" name="Google Shape;314;p17"/>
          <p:cNvSpPr txBox="1"/>
          <p:nvPr/>
        </p:nvSpPr>
        <p:spPr>
          <a:xfrm>
            <a:off x="1353858" y="3520694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5" name="Google Shape;315;p17"/>
          <p:cNvSpPr txBox="1"/>
          <p:nvPr/>
        </p:nvSpPr>
        <p:spPr>
          <a:xfrm>
            <a:off x="1353858" y="3703573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6" name="Google Shape;316;p17"/>
          <p:cNvSpPr txBox="1"/>
          <p:nvPr/>
        </p:nvSpPr>
        <p:spPr>
          <a:xfrm>
            <a:off x="1353858" y="3886453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7" name="Google Shape;317;p17"/>
          <p:cNvSpPr txBox="1"/>
          <p:nvPr/>
        </p:nvSpPr>
        <p:spPr>
          <a:xfrm>
            <a:off x="6308178" y="4865306"/>
            <a:ext cx="1307465" cy="483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sng">
                <a:latin typeface="Arial"/>
                <a:ea typeface="Arial"/>
                <a:cs typeface="Arial"/>
                <a:sym typeface="Arial"/>
              </a:rPr>
              <a:t>Kas Shirley	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0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Amano Capital </a:t>
            </a:r>
            <a:r>
              <a:rPr lang="en-US" sz="10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Managing Director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17135" y="3060896"/>
            <a:ext cx="889854" cy="87464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7"/>
          <p:cNvSpPr txBox="1"/>
          <p:nvPr/>
        </p:nvSpPr>
        <p:spPr>
          <a:xfrm>
            <a:off x="8309774" y="3145942"/>
            <a:ext cx="127190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07A1E7"/>
                </a:solidFill>
                <a:latin typeface="Arial"/>
                <a:ea typeface="Arial"/>
                <a:cs typeface="Arial"/>
                <a:sym typeface="Arial"/>
              </a:rPr>
              <a:t>Patients Xperience Officer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8310854" y="3290658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8525421" y="3267621"/>
            <a:ext cx="114935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BA Media &amp; Mass Communicaion Patient Support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162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Lozi language is a prerequisite Tech Savvy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7"/>
          <p:cNvSpPr txBox="1"/>
          <p:nvPr/>
        </p:nvSpPr>
        <p:spPr>
          <a:xfrm>
            <a:off x="8310854" y="3382098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8310854" y="3473538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4" name="Google Shape;324;p17"/>
          <p:cNvSpPr txBox="1"/>
          <p:nvPr/>
        </p:nvSpPr>
        <p:spPr>
          <a:xfrm>
            <a:off x="8310854" y="3564978"/>
            <a:ext cx="51435" cy="6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"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325" name="Google Shape;325;p17"/>
          <p:cNvGrpSpPr/>
          <p:nvPr/>
        </p:nvGrpSpPr>
        <p:grpSpPr>
          <a:xfrm>
            <a:off x="8274964" y="3152165"/>
            <a:ext cx="1052195" cy="635"/>
            <a:chOff x="8274964" y="3152165"/>
            <a:chExt cx="1052195" cy="635"/>
          </a:xfrm>
        </p:grpSpPr>
        <p:sp>
          <p:nvSpPr>
            <p:cNvPr id="326" name="Google Shape;326;p17"/>
            <p:cNvSpPr/>
            <p:nvPr/>
          </p:nvSpPr>
          <p:spPr>
            <a:xfrm>
              <a:off x="8274964" y="3152165"/>
              <a:ext cx="1052195" cy="635"/>
            </a:xfrm>
            <a:custGeom>
              <a:rect b="b" l="l" r="r" t="t"/>
              <a:pathLst>
                <a:path extrusionOk="0" h="635" w="1052195">
                  <a:moveTo>
                    <a:pt x="1051915" y="0"/>
                  </a:moveTo>
                  <a:lnTo>
                    <a:pt x="0" y="0"/>
                  </a:lnTo>
                  <a:lnTo>
                    <a:pt x="0" y="355"/>
                  </a:lnTo>
                  <a:lnTo>
                    <a:pt x="525957" y="355"/>
                  </a:lnTo>
                  <a:lnTo>
                    <a:pt x="1051915" y="355"/>
                  </a:lnTo>
                  <a:lnTo>
                    <a:pt x="1051915" y="0"/>
                  </a:lnTo>
                  <a:close/>
                </a:path>
              </a:pathLst>
            </a:custGeom>
            <a:solidFill>
              <a:srgbClr val="34EA1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7"/>
            <p:cNvSpPr/>
            <p:nvPr/>
          </p:nvSpPr>
          <p:spPr>
            <a:xfrm>
              <a:off x="8274964" y="3152165"/>
              <a:ext cx="1052195" cy="635"/>
            </a:xfrm>
            <a:custGeom>
              <a:rect b="b" l="l" r="r" t="t"/>
              <a:pathLst>
                <a:path extrusionOk="0" h="635" w="1052195">
                  <a:moveTo>
                    <a:pt x="525957" y="355"/>
                  </a:moveTo>
                  <a:lnTo>
                    <a:pt x="0" y="355"/>
                  </a:lnTo>
                  <a:lnTo>
                    <a:pt x="0" y="0"/>
                  </a:lnTo>
                  <a:lnTo>
                    <a:pt x="1051915" y="0"/>
                  </a:lnTo>
                  <a:lnTo>
                    <a:pt x="1051915" y="355"/>
                  </a:lnTo>
                  <a:lnTo>
                    <a:pt x="525957" y="355"/>
                  </a:lnTo>
                  <a:close/>
                </a:path>
              </a:pathLst>
            </a:custGeom>
            <a:noFill/>
            <a:ln cap="flat" cmpd="sng" w="9525">
              <a:solidFill>
                <a:srgbClr val="34EA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PARTNERSHIPS</a:t>
            </a:r>
            <a:endParaRPr/>
          </a:p>
        </p:txBody>
      </p:sp>
      <p:pic>
        <p:nvPicPr>
          <p:cNvPr id="333" name="Google Shape;3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0475" y="166662"/>
            <a:ext cx="822959" cy="82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3359" y="2742844"/>
            <a:ext cx="618121" cy="6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7360" y="2651404"/>
            <a:ext cx="563515" cy="606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97427" y="1838528"/>
            <a:ext cx="940578" cy="538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7679" y="4408208"/>
            <a:ext cx="1281239" cy="437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0" y="1825929"/>
            <a:ext cx="642594" cy="642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200" y="1737004"/>
            <a:ext cx="914400" cy="648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75454" y="2684513"/>
            <a:ext cx="997735" cy="610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4320" y="2707563"/>
            <a:ext cx="822960" cy="583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49040" y="2040106"/>
            <a:ext cx="1075884" cy="149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260964" y="1843099"/>
            <a:ext cx="1124341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261274" y="1828431"/>
            <a:ext cx="1065606" cy="57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8"/>
          <p:cNvSpPr txBox="1"/>
          <p:nvPr/>
        </p:nvSpPr>
        <p:spPr>
          <a:xfrm>
            <a:off x="901700" y="1404620"/>
            <a:ext cx="85851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GRANTS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 txBox="1"/>
          <p:nvPr/>
        </p:nvSpPr>
        <p:spPr>
          <a:xfrm>
            <a:off x="5107940" y="1404620"/>
            <a:ext cx="2337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INCUBATION SUPPORT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949440" y="2742844"/>
            <a:ext cx="1071359" cy="548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733955" y="2742831"/>
            <a:ext cx="684364" cy="68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8"/>
          <p:cNvSpPr txBox="1"/>
          <p:nvPr/>
        </p:nvSpPr>
        <p:spPr>
          <a:xfrm>
            <a:off x="1710613" y="3964940"/>
            <a:ext cx="47370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R&amp;D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825570" y="4457877"/>
            <a:ext cx="587250" cy="774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88719" y="4663084"/>
            <a:ext cx="1463040" cy="52271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8"/>
          <p:cNvSpPr txBox="1"/>
          <p:nvPr/>
        </p:nvSpPr>
        <p:spPr>
          <a:xfrm>
            <a:off x="5382259" y="3964940"/>
            <a:ext cx="31819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TECHNICAL/ IMPLEMENTATION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1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083559" y="4388764"/>
            <a:ext cx="1095147" cy="509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61119" y="4353483"/>
            <a:ext cx="822959" cy="583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655349" y="5191743"/>
            <a:ext cx="978489" cy="292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420793" y="5028844"/>
            <a:ext cx="974166" cy="5486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18"/>
          <p:cNvGrpSpPr/>
          <p:nvPr/>
        </p:nvGrpSpPr>
        <p:grpSpPr>
          <a:xfrm>
            <a:off x="5790234" y="4375797"/>
            <a:ext cx="2805125" cy="1267562"/>
            <a:chOff x="5790234" y="4375797"/>
            <a:chExt cx="2805125" cy="1267562"/>
          </a:xfrm>
        </p:grpSpPr>
        <p:pic>
          <p:nvPicPr>
            <p:cNvPr id="358" name="Google Shape;358;p1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595997" y="4375797"/>
              <a:ext cx="999362" cy="656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1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772400" y="5003279"/>
              <a:ext cx="640079" cy="640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18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790234" y="5022367"/>
              <a:ext cx="1805762" cy="55511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1" name="Google Shape;361;p1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82879" y="4480204"/>
            <a:ext cx="842035" cy="842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RISK &amp; MANAGEMENT</a:t>
            </a:r>
            <a:endParaRPr/>
          </a:p>
        </p:txBody>
      </p:sp>
      <p:grpSp>
        <p:nvGrpSpPr>
          <p:cNvPr id="367" name="Google Shape;367;p19"/>
          <p:cNvGrpSpPr/>
          <p:nvPr/>
        </p:nvGrpSpPr>
        <p:grpSpPr>
          <a:xfrm>
            <a:off x="365036" y="1187995"/>
            <a:ext cx="1826895" cy="635"/>
            <a:chOff x="365036" y="1187995"/>
            <a:chExt cx="1826895" cy="635"/>
          </a:xfrm>
        </p:grpSpPr>
        <p:sp>
          <p:nvSpPr>
            <p:cNvPr id="368" name="Google Shape;368;p19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1826641" y="0"/>
                  </a:moveTo>
                  <a:lnTo>
                    <a:pt x="0" y="0"/>
                  </a:lnTo>
                  <a:lnTo>
                    <a:pt x="0" y="368"/>
                  </a:lnTo>
                  <a:lnTo>
                    <a:pt x="913320" y="368"/>
                  </a:lnTo>
                  <a:lnTo>
                    <a:pt x="1826641" y="368"/>
                  </a:lnTo>
                  <a:lnTo>
                    <a:pt x="1826641" y="0"/>
                  </a:lnTo>
                  <a:close/>
                </a:path>
              </a:pathLst>
            </a:custGeom>
            <a:solidFill>
              <a:srgbClr val="07A1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9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913320" y="368"/>
                  </a:moveTo>
                  <a:lnTo>
                    <a:pt x="0" y="368"/>
                  </a:lnTo>
                  <a:lnTo>
                    <a:pt x="0" y="0"/>
                  </a:lnTo>
                  <a:lnTo>
                    <a:pt x="1826641" y="0"/>
                  </a:lnTo>
                  <a:lnTo>
                    <a:pt x="1826641" y="368"/>
                  </a:lnTo>
                  <a:lnTo>
                    <a:pt x="913320" y="368"/>
                  </a:lnTo>
                  <a:close/>
                </a:path>
              </a:pathLst>
            </a:custGeom>
            <a:noFill/>
            <a:ln cap="flat" cmpd="sng" w="9525">
              <a:solidFill>
                <a:srgbClr val="07A1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70" name="Google Shape;3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0475" y="166662"/>
            <a:ext cx="822959" cy="82118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1" name="Google Shape;371;p19"/>
          <p:cNvGraphicFramePr/>
          <p:nvPr/>
        </p:nvGraphicFramePr>
        <p:xfrm>
          <a:off x="138239" y="11881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{8DC9C32F-A3A9-442D-AF23-87B132DF2247}</a:tableStyleId>
              </a:tblPr>
              <a:tblGrid>
                <a:gridCol w="2509525"/>
                <a:gridCol w="1461125"/>
                <a:gridCol w="1347475"/>
                <a:gridCol w="4512950"/>
              </a:tblGrid>
              <a:tr h="8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901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Risk (description)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46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Level of Risk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7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Probability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Mitigation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B2B2B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9017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Community Health Agents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325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462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325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749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325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Working closely with organizations like UNFPA, ZICTA,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325" marB="0" marR="0" marL="0">
                    <a:solidFill>
                      <a:srgbClr val="CCCCCC"/>
                    </a:solidFill>
                  </a:tcPr>
                </a:tc>
              </a:tr>
              <a:tr h="236225">
                <a:tc>
                  <a:txBody>
                    <a:bodyPr/>
                    <a:lstStyle/>
                    <a:p>
                      <a:pPr indent="0" lvl="0" marL="9017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(Low control of direct patient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975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 UNDP Accelerator Labs. We have created a robust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975" marB="0" marR="0" marL="0">
                    <a:solidFill>
                      <a:srgbClr val="CCCCCC"/>
                    </a:solidFill>
                  </a:tcPr>
                </a:tc>
              </a:tr>
              <a:tr h="235575">
                <a:tc>
                  <a:txBody>
                    <a:bodyPr/>
                    <a:lstStyle/>
                    <a:p>
                      <a:pPr indent="0" lvl="0" marL="9017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support)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975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feedback loop direct from the end user to the Dawa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975" marB="0" marR="0" marL="0">
                    <a:solidFill>
                      <a:srgbClr val="CCCCCC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Health team.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975" marB="0" marR="0" marL="0">
                    <a:solidFill>
                      <a:srgbClr val="CCCCCC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9017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Social Structure &amp; Believe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462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749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Working with community health agents &amp; community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E5E5E5"/>
                    </a:solidFill>
                  </a:tcPr>
                </a:tc>
              </a:tr>
              <a:tr h="235575">
                <a:tc>
                  <a:txBody>
                    <a:bodyPr/>
                    <a:lstStyle/>
                    <a:p>
                      <a:pPr indent="0" lvl="0" marL="9017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Systems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975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leaders, the UNFPA technical team, MoH health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975" marB="0" marR="0" marL="0">
                    <a:solidFill>
                      <a:srgbClr val="E5E5E5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centers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975" marB="0" marR="0" marL="0">
                    <a:solidFill>
                      <a:srgbClr val="E5E5E5"/>
                    </a:solidFill>
                  </a:tcPr>
                </a:tc>
              </a:tr>
              <a:tr h="283200">
                <a:tc>
                  <a:txBody>
                    <a:bodyPr/>
                    <a:lstStyle/>
                    <a:p>
                      <a:pPr indent="0" lvl="0" marL="9017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Service Accessibility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462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749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Cloud system on reliable AWS infrastructure.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CCCCCC"/>
                    </a:solidFill>
                  </a:tcPr>
                </a:tc>
              </a:tr>
              <a:tr h="23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APIs integrating SMS, WhatsApp, Messenger, Voice.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975" marB="0" marR="0" marL="0">
                    <a:solidFill>
                      <a:srgbClr val="CCCCCC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Planned Data-free app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975" marB="0" marR="0" marL="0">
                    <a:solidFill>
                      <a:srgbClr val="CCCCCC"/>
                    </a:solidFill>
                  </a:tcPr>
                </a:tc>
              </a:tr>
              <a:tr h="283200">
                <a:tc>
                  <a:txBody>
                    <a:bodyPr/>
                    <a:lstStyle/>
                    <a:p>
                      <a:pPr indent="0" lvl="0" marL="9017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Covid-19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462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749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Community health agents follow Covid-19 guidelines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0" marR="0" marL="0">
                    <a:solidFill>
                      <a:srgbClr val="E5E5E5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 work closely with health centers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975" marB="0" marR="0" marL="0">
                    <a:solidFill>
                      <a:srgbClr val="E5E5E5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90170" marR="0" rtl="0" algn="l">
                        <a:lnSpc>
                          <a:spcPct val="117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Mobile Phone access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60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4620" marR="0" rtl="0" algn="l">
                        <a:lnSpc>
                          <a:spcPct val="117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60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7495" marR="0" rtl="0" algn="l">
                        <a:lnSpc>
                          <a:spcPct val="117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60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17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MTN smartphone provision proposal for both agents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600" marB="0" marR="0" marL="0">
                    <a:solidFill>
                      <a:srgbClr val="CCCCCC"/>
                    </a:solidFill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 mothers. </a:t>
                      </a: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N.B.- To mitigate payment defaults,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0" marR="0" marL="0">
                    <a:solidFill>
                      <a:srgbClr val="CCCCCC"/>
                    </a:solidFill>
                  </a:tcPr>
                </a:tc>
              </a:tr>
              <a:tr h="28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41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agents need commission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975" marB="0" marR="0" marL="0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"/>
          <p:cNvSpPr txBox="1"/>
          <p:nvPr>
            <p:ph type="title"/>
          </p:nvPr>
        </p:nvSpPr>
        <p:spPr>
          <a:xfrm>
            <a:off x="443064" y="731418"/>
            <a:ext cx="3827779" cy="45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KPIs</a:t>
            </a:r>
            <a:endParaRPr/>
          </a:p>
        </p:txBody>
      </p:sp>
      <p:pic>
        <p:nvPicPr>
          <p:cNvPr id="377" name="Google Shape;3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2633" y="168821"/>
            <a:ext cx="822959" cy="821182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0"/>
          <p:cNvSpPr txBox="1"/>
          <p:nvPr/>
        </p:nvSpPr>
        <p:spPr>
          <a:xfrm>
            <a:off x="736460" y="1412176"/>
            <a:ext cx="85090" cy="1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79" name="Google Shape;379;p20"/>
          <p:cNvSpPr txBox="1"/>
          <p:nvPr/>
        </p:nvSpPr>
        <p:spPr>
          <a:xfrm>
            <a:off x="1059014" y="1358899"/>
            <a:ext cx="670115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Documented knowledge improvement [Pre-Dawa Project vs Post-Dawa Project]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0"/>
          <p:cNvSpPr txBox="1"/>
          <p:nvPr/>
        </p:nvSpPr>
        <p:spPr>
          <a:xfrm>
            <a:off x="736460" y="1865782"/>
            <a:ext cx="85090" cy="1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1" name="Google Shape;381;p20"/>
          <p:cNvSpPr txBox="1"/>
          <p:nvPr/>
        </p:nvSpPr>
        <p:spPr>
          <a:xfrm>
            <a:off x="1059014" y="1812137"/>
            <a:ext cx="39471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Weekly engagement of each patient on system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0"/>
          <p:cNvSpPr txBox="1"/>
          <p:nvPr/>
        </p:nvSpPr>
        <p:spPr>
          <a:xfrm>
            <a:off x="736460" y="2319020"/>
            <a:ext cx="85090" cy="1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3" name="Google Shape;383;p20"/>
          <p:cNvSpPr txBox="1"/>
          <p:nvPr/>
        </p:nvSpPr>
        <p:spPr>
          <a:xfrm>
            <a:off x="1059014" y="2265743"/>
            <a:ext cx="772414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Total number of expectant mothers + women on Sayana Press kits supported on DawaMom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0"/>
          <p:cNvSpPr txBox="1"/>
          <p:nvPr/>
        </p:nvSpPr>
        <p:spPr>
          <a:xfrm>
            <a:off x="736460" y="2773692"/>
            <a:ext cx="85090" cy="1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5" name="Google Shape;385;p20"/>
          <p:cNvSpPr txBox="1"/>
          <p:nvPr/>
        </p:nvSpPr>
        <p:spPr>
          <a:xfrm>
            <a:off x="1059014" y="2720416"/>
            <a:ext cx="658939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Tests done- blood pressure, Hb tests, urinalysis, UltraSound Scans, TORCH test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457923" y="3108959"/>
            <a:ext cx="9326245" cy="0"/>
          </a:xfrm>
          <a:custGeom>
            <a:rect b="b" l="l" r="r" t="t"/>
            <a:pathLst>
              <a:path extrusionOk="0" h="120000" w="9326245">
                <a:moveTo>
                  <a:pt x="0" y="0"/>
                </a:moveTo>
                <a:lnTo>
                  <a:pt x="9326156" y="0"/>
                </a:lnTo>
              </a:path>
            </a:pathLst>
          </a:custGeom>
          <a:noFill/>
          <a:ln cap="flat" cmpd="sng" w="9525">
            <a:solidFill>
              <a:srgbClr val="07A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0"/>
          <p:cNvSpPr/>
          <p:nvPr/>
        </p:nvSpPr>
        <p:spPr>
          <a:xfrm>
            <a:off x="2742844" y="3200400"/>
            <a:ext cx="0" cy="1737360"/>
          </a:xfrm>
          <a:custGeom>
            <a:rect b="b" l="l" r="r" t="t"/>
            <a:pathLst>
              <a:path extrusionOk="0" h="1737360" w="120000">
                <a:moveTo>
                  <a:pt x="0" y="0"/>
                </a:moveTo>
                <a:lnTo>
                  <a:pt x="0" y="1737360"/>
                </a:lnTo>
              </a:path>
            </a:pathLst>
          </a:cu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0"/>
          <p:cNvSpPr/>
          <p:nvPr/>
        </p:nvSpPr>
        <p:spPr>
          <a:xfrm>
            <a:off x="5211355" y="3200400"/>
            <a:ext cx="0" cy="1737360"/>
          </a:xfrm>
          <a:custGeom>
            <a:rect b="b" l="l" r="r" t="t"/>
            <a:pathLst>
              <a:path extrusionOk="0" h="1737360" w="120000">
                <a:moveTo>
                  <a:pt x="0" y="0"/>
                </a:moveTo>
                <a:lnTo>
                  <a:pt x="0" y="1737360"/>
                </a:lnTo>
              </a:path>
            </a:pathLst>
          </a:cu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0"/>
          <p:cNvSpPr/>
          <p:nvPr/>
        </p:nvSpPr>
        <p:spPr>
          <a:xfrm>
            <a:off x="7680235" y="3200400"/>
            <a:ext cx="0" cy="1737360"/>
          </a:xfrm>
          <a:custGeom>
            <a:rect b="b" l="l" r="r" t="t"/>
            <a:pathLst>
              <a:path extrusionOk="0" h="1737360" w="120000">
                <a:moveTo>
                  <a:pt x="0" y="0"/>
                </a:moveTo>
                <a:lnTo>
                  <a:pt x="0" y="1737360"/>
                </a:lnTo>
              </a:path>
            </a:pathLst>
          </a:cu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0" name="Google Shape;39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200044"/>
            <a:ext cx="1965960" cy="1965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6079" y="3200044"/>
            <a:ext cx="1969554" cy="1969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02960" y="3187090"/>
            <a:ext cx="1969554" cy="1969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55280" y="3197161"/>
            <a:ext cx="1965960" cy="1965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21"/>
          <p:cNvGrpSpPr/>
          <p:nvPr/>
        </p:nvGrpSpPr>
        <p:grpSpPr>
          <a:xfrm>
            <a:off x="365036" y="1187995"/>
            <a:ext cx="1826895" cy="635"/>
            <a:chOff x="365036" y="1187995"/>
            <a:chExt cx="1826895" cy="635"/>
          </a:xfrm>
        </p:grpSpPr>
        <p:sp>
          <p:nvSpPr>
            <p:cNvPr id="399" name="Google Shape;399;p21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1826641" y="0"/>
                  </a:moveTo>
                  <a:lnTo>
                    <a:pt x="0" y="0"/>
                  </a:lnTo>
                  <a:lnTo>
                    <a:pt x="0" y="368"/>
                  </a:lnTo>
                  <a:lnTo>
                    <a:pt x="913320" y="368"/>
                  </a:lnTo>
                  <a:lnTo>
                    <a:pt x="1826641" y="368"/>
                  </a:lnTo>
                  <a:lnTo>
                    <a:pt x="1826641" y="0"/>
                  </a:lnTo>
                  <a:close/>
                </a:path>
              </a:pathLst>
            </a:custGeom>
            <a:solidFill>
              <a:srgbClr val="07A1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365036" y="1187995"/>
              <a:ext cx="1826895" cy="635"/>
            </a:xfrm>
            <a:custGeom>
              <a:rect b="b" l="l" r="r" t="t"/>
              <a:pathLst>
                <a:path extrusionOk="0" h="634" w="1826895">
                  <a:moveTo>
                    <a:pt x="913320" y="368"/>
                  </a:moveTo>
                  <a:lnTo>
                    <a:pt x="0" y="368"/>
                  </a:lnTo>
                  <a:lnTo>
                    <a:pt x="0" y="0"/>
                  </a:lnTo>
                  <a:lnTo>
                    <a:pt x="1826641" y="0"/>
                  </a:lnTo>
                  <a:lnTo>
                    <a:pt x="1826641" y="368"/>
                  </a:lnTo>
                  <a:lnTo>
                    <a:pt x="913320" y="368"/>
                  </a:lnTo>
                  <a:close/>
                </a:path>
              </a:pathLst>
            </a:custGeom>
            <a:noFill/>
            <a:ln cap="flat" cmpd="sng" w="9525">
              <a:solidFill>
                <a:srgbClr val="07A1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1" name="Google Shape;401;p21"/>
          <p:cNvSpPr txBox="1"/>
          <p:nvPr/>
        </p:nvSpPr>
        <p:spPr>
          <a:xfrm>
            <a:off x="443064" y="732866"/>
            <a:ext cx="63119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ASK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2" name="Google Shape;402;p21"/>
          <p:cNvGrpSpPr/>
          <p:nvPr/>
        </p:nvGrpSpPr>
        <p:grpSpPr>
          <a:xfrm>
            <a:off x="3840479" y="284124"/>
            <a:ext cx="5669280" cy="5384800"/>
            <a:chOff x="3840479" y="284124"/>
            <a:chExt cx="5669280" cy="5384800"/>
          </a:xfrm>
        </p:grpSpPr>
        <p:pic>
          <p:nvPicPr>
            <p:cNvPr id="403" name="Google Shape;40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70324" y="1274406"/>
              <a:ext cx="5146916" cy="34045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21"/>
            <p:cNvSpPr/>
            <p:nvPr/>
          </p:nvSpPr>
          <p:spPr>
            <a:xfrm>
              <a:off x="3840479" y="284124"/>
              <a:ext cx="5669280" cy="5384800"/>
            </a:xfrm>
            <a:custGeom>
              <a:rect b="b" l="l" r="r" t="t"/>
              <a:pathLst>
                <a:path extrusionOk="0" h="5384800" w="5669280">
                  <a:moveTo>
                    <a:pt x="5669280" y="0"/>
                  </a:moveTo>
                  <a:lnTo>
                    <a:pt x="0" y="0"/>
                  </a:lnTo>
                  <a:lnTo>
                    <a:pt x="0" y="5384800"/>
                  </a:lnTo>
                  <a:lnTo>
                    <a:pt x="5669280" y="5384800"/>
                  </a:lnTo>
                  <a:lnTo>
                    <a:pt x="5669280" y="4241800"/>
                  </a:lnTo>
                  <a:lnTo>
                    <a:pt x="3690721" y="4241800"/>
                  </a:lnTo>
                  <a:lnTo>
                    <a:pt x="3641983" y="4229100"/>
                  </a:lnTo>
                  <a:lnTo>
                    <a:pt x="3349434" y="4229100"/>
                  </a:lnTo>
                  <a:lnTo>
                    <a:pt x="3297812" y="4216400"/>
                  </a:lnTo>
                  <a:lnTo>
                    <a:pt x="3090964" y="4216400"/>
                  </a:lnTo>
                  <a:lnTo>
                    <a:pt x="3054265" y="4203700"/>
                  </a:lnTo>
                  <a:lnTo>
                    <a:pt x="2981407" y="4203700"/>
                  </a:lnTo>
                  <a:lnTo>
                    <a:pt x="2945523" y="4191000"/>
                  </a:lnTo>
                  <a:lnTo>
                    <a:pt x="2934716" y="4191000"/>
                  </a:lnTo>
                  <a:lnTo>
                    <a:pt x="2885635" y="4178300"/>
                  </a:lnTo>
                  <a:lnTo>
                    <a:pt x="2787418" y="4178300"/>
                  </a:lnTo>
                  <a:lnTo>
                    <a:pt x="2738319" y="4165600"/>
                  </a:lnTo>
                  <a:lnTo>
                    <a:pt x="2640232" y="4165600"/>
                  </a:lnTo>
                  <a:lnTo>
                    <a:pt x="2541092" y="4152900"/>
                  </a:lnTo>
                  <a:lnTo>
                    <a:pt x="2490973" y="4152900"/>
                  </a:lnTo>
                  <a:lnTo>
                    <a:pt x="2440935" y="4140200"/>
                  </a:lnTo>
                  <a:lnTo>
                    <a:pt x="2390986" y="4140200"/>
                  </a:lnTo>
                  <a:lnTo>
                    <a:pt x="2341137" y="4127500"/>
                  </a:lnTo>
                  <a:lnTo>
                    <a:pt x="2291397" y="4127500"/>
                  </a:lnTo>
                  <a:lnTo>
                    <a:pt x="2185724" y="4102100"/>
                  </a:lnTo>
                  <a:lnTo>
                    <a:pt x="2133004" y="4102100"/>
                  </a:lnTo>
                  <a:lnTo>
                    <a:pt x="2080354" y="4089400"/>
                  </a:lnTo>
                  <a:lnTo>
                    <a:pt x="2027766" y="4089400"/>
                  </a:lnTo>
                  <a:lnTo>
                    <a:pt x="1818053" y="4038600"/>
                  </a:lnTo>
                  <a:lnTo>
                    <a:pt x="1765852" y="4038600"/>
                  </a:lnTo>
                  <a:lnTo>
                    <a:pt x="1506814" y="3975100"/>
                  </a:lnTo>
                  <a:lnTo>
                    <a:pt x="1455483" y="3949700"/>
                  </a:lnTo>
                  <a:lnTo>
                    <a:pt x="1271255" y="3898900"/>
                  </a:lnTo>
                  <a:lnTo>
                    <a:pt x="1225977" y="3873500"/>
                  </a:lnTo>
                  <a:lnTo>
                    <a:pt x="1136625" y="3848100"/>
                  </a:lnTo>
                  <a:lnTo>
                    <a:pt x="1049141" y="3797300"/>
                  </a:lnTo>
                  <a:lnTo>
                    <a:pt x="1006195" y="3784600"/>
                  </a:lnTo>
                  <a:lnTo>
                    <a:pt x="960529" y="3759200"/>
                  </a:lnTo>
                  <a:lnTo>
                    <a:pt x="916144" y="3733800"/>
                  </a:lnTo>
                  <a:lnTo>
                    <a:pt x="873178" y="3695700"/>
                  </a:lnTo>
                  <a:lnTo>
                    <a:pt x="831773" y="3670300"/>
                  </a:lnTo>
                  <a:lnTo>
                    <a:pt x="792068" y="3632200"/>
                  </a:lnTo>
                  <a:lnTo>
                    <a:pt x="754202" y="3594100"/>
                  </a:lnTo>
                  <a:lnTo>
                    <a:pt x="719361" y="3556000"/>
                  </a:lnTo>
                  <a:lnTo>
                    <a:pt x="688580" y="3517900"/>
                  </a:lnTo>
                  <a:lnTo>
                    <a:pt x="661945" y="3479800"/>
                  </a:lnTo>
                  <a:lnTo>
                    <a:pt x="639542" y="3441700"/>
                  </a:lnTo>
                  <a:lnTo>
                    <a:pt x="621457" y="3390900"/>
                  </a:lnTo>
                  <a:lnTo>
                    <a:pt x="607774" y="3352800"/>
                  </a:lnTo>
                  <a:lnTo>
                    <a:pt x="598581" y="3302000"/>
                  </a:lnTo>
                  <a:lnTo>
                    <a:pt x="593962" y="3251200"/>
                  </a:lnTo>
                  <a:lnTo>
                    <a:pt x="594004" y="3200400"/>
                  </a:lnTo>
                  <a:lnTo>
                    <a:pt x="596753" y="3162300"/>
                  </a:lnTo>
                  <a:lnTo>
                    <a:pt x="600616" y="3111500"/>
                  </a:lnTo>
                  <a:lnTo>
                    <a:pt x="606300" y="3060700"/>
                  </a:lnTo>
                  <a:lnTo>
                    <a:pt x="614514" y="3009900"/>
                  </a:lnTo>
                  <a:lnTo>
                    <a:pt x="607577" y="3009900"/>
                  </a:lnTo>
                  <a:lnTo>
                    <a:pt x="606240" y="2997200"/>
                  </a:lnTo>
                  <a:lnTo>
                    <a:pt x="608142" y="2984500"/>
                  </a:lnTo>
                  <a:lnTo>
                    <a:pt x="610920" y="2971800"/>
                  </a:lnTo>
                  <a:lnTo>
                    <a:pt x="621524" y="2921000"/>
                  </a:lnTo>
                  <a:lnTo>
                    <a:pt x="633656" y="2870200"/>
                  </a:lnTo>
                  <a:lnTo>
                    <a:pt x="647256" y="2819400"/>
                  </a:lnTo>
                  <a:lnTo>
                    <a:pt x="662264" y="2781300"/>
                  </a:lnTo>
                  <a:lnTo>
                    <a:pt x="678622" y="2730500"/>
                  </a:lnTo>
                  <a:lnTo>
                    <a:pt x="696267" y="2679700"/>
                  </a:lnTo>
                  <a:lnTo>
                    <a:pt x="715141" y="2641600"/>
                  </a:lnTo>
                  <a:lnTo>
                    <a:pt x="735184" y="2590800"/>
                  </a:lnTo>
                  <a:lnTo>
                    <a:pt x="756336" y="2552700"/>
                  </a:lnTo>
                  <a:lnTo>
                    <a:pt x="778536" y="2501900"/>
                  </a:lnTo>
                  <a:lnTo>
                    <a:pt x="801725" y="2463800"/>
                  </a:lnTo>
                  <a:lnTo>
                    <a:pt x="825520" y="2413000"/>
                  </a:lnTo>
                  <a:lnTo>
                    <a:pt x="850285" y="2374900"/>
                  </a:lnTo>
                  <a:lnTo>
                    <a:pt x="875976" y="2336800"/>
                  </a:lnTo>
                  <a:lnTo>
                    <a:pt x="902549" y="2286000"/>
                  </a:lnTo>
                  <a:lnTo>
                    <a:pt x="929960" y="2247900"/>
                  </a:lnTo>
                  <a:lnTo>
                    <a:pt x="958165" y="2209800"/>
                  </a:lnTo>
                  <a:lnTo>
                    <a:pt x="1015887" y="2133600"/>
                  </a:lnTo>
                  <a:lnTo>
                    <a:pt x="1045370" y="2095500"/>
                  </a:lnTo>
                  <a:lnTo>
                    <a:pt x="1075548" y="2057400"/>
                  </a:lnTo>
                  <a:lnTo>
                    <a:pt x="1106403" y="2019300"/>
                  </a:lnTo>
                  <a:lnTo>
                    <a:pt x="1137915" y="1981200"/>
                  </a:lnTo>
                  <a:lnTo>
                    <a:pt x="1170064" y="1943100"/>
                  </a:lnTo>
                  <a:lnTo>
                    <a:pt x="1202831" y="1905000"/>
                  </a:lnTo>
                  <a:lnTo>
                    <a:pt x="1236196" y="1866900"/>
                  </a:lnTo>
                  <a:lnTo>
                    <a:pt x="1270141" y="1841500"/>
                  </a:lnTo>
                  <a:lnTo>
                    <a:pt x="1304645" y="1803400"/>
                  </a:lnTo>
                  <a:lnTo>
                    <a:pt x="1340674" y="1765300"/>
                  </a:lnTo>
                  <a:lnTo>
                    <a:pt x="1377452" y="1739900"/>
                  </a:lnTo>
                  <a:lnTo>
                    <a:pt x="1414936" y="1701800"/>
                  </a:lnTo>
                  <a:lnTo>
                    <a:pt x="1453080" y="1663700"/>
                  </a:lnTo>
                  <a:lnTo>
                    <a:pt x="1491842" y="1638300"/>
                  </a:lnTo>
                  <a:lnTo>
                    <a:pt x="1531176" y="1600200"/>
                  </a:lnTo>
                  <a:lnTo>
                    <a:pt x="1571040" y="1574800"/>
                  </a:lnTo>
                  <a:lnTo>
                    <a:pt x="1611586" y="1549400"/>
                  </a:lnTo>
                  <a:lnTo>
                    <a:pt x="1652550" y="1511300"/>
                  </a:lnTo>
                  <a:lnTo>
                    <a:pt x="1778112" y="1435100"/>
                  </a:lnTo>
                  <a:lnTo>
                    <a:pt x="1864197" y="1384300"/>
                  </a:lnTo>
                  <a:lnTo>
                    <a:pt x="1952327" y="1333500"/>
                  </a:lnTo>
                  <a:lnTo>
                    <a:pt x="1997198" y="1308100"/>
                  </a:lnTo>
                  <a:lnTo>
                    <a:pt x="2042625" y="1295400"/>
                  </a:lnTo>
                  <a:lnTo>
                    <a:pt x="2135214" y="1244600"/>
                  </a:lnTo>
                  <a:lnTo>
                    <a:pt x="2230217" y="1219200"/>
                  </a:lnTo>
                  <a:lnTo>
                    <a:pt x="2278662" y="1193800"/>
                  </a:lnTo>
                  <a:lnTo>
                    <a:pt x="2475526" y="1143000"/>
                  </a:lnTo>
                  <a:lnTo>
                    <a:pt x="2525398" y="1143000"/>
                  </a:lnTo>
                  <a:lnTo>
                    <a:pt x="2575547" y="1130300"/>
                  </a:lnTo>
                  <a:lnTo>
                    <a:pt x="2625954" y="1130300"/>
                  </a:lnTo>
                  <a:lnTo>
                    <a:pt x="2676601" y="1117600"/>
                  </a:lnTo>
                  <a:lnTo>
                    <a:pt x="2987069" y="1117600"/>
                  </a:lnTo>
                  <a:lnTo>
                    <a:pt x="3041041" y="1104900"/>
                  </a:lnTo>
                  <a:lnTo>
                    <a:pt x="3148850" y="1104900"/>
                  </a:lnTo>
                  <a:lnTo>
                    <a:pt x="3202711" y="1092200"/>
                  </a:lnTo>
                  <a:lnTo>
                    <a:pt x="3408644" y="1092200"/>
                  </a:lnTo>
                  <a:lnTo>
                    <a:pt x="3437636" y="1079500"/>
                  </a:lnTo>
                  <a:lnTo>
                    <a:pt x="3490562" y="1079500"/>
                  </a:lnTo>
                  <a:lnTo>
                    <a:pt x="3543522" y="1066800"/>
                  </a:lnTo>
                  <a:lnTo>
                    <a:pt x="3596548" y="1066800"/>
                  </a:lnTo>
                  <a:lnTo>
                    <a:pt x="3649675" y="1054100"/>
                  </a:lnTo>
                  <a:lnTo>
                    <a:pt x="3701204" y="1054100"/>
                  </a:lnTo>
                  <a:lnTo>
                    <a:pt x="3752729" y="1041400"/>
                  </a:lnTo>
                  <a:lnTo>
                    <a:pt x="3856316" y="1041400"/>
                  </a:lnTo>
                  <a:lnTo>
                    <a:pt x="3906547" y="1028700"/>
                  </a:lnTo>
                  <a:lnTo>
                    <a:pt x="3956948" y="1028700"/>
                  </a:lnTo>
                  <a:lnTo>
                    <a:pt x="4007435" y="1016000"/>
                  </a:lnTo>
                  <a:lnTo>
                    <a:pt x="4108323" y="1016000"/>
                  </a:lnTo>
                  <a:lnTo>
                    <a:pt x="4158869" y="1003300"/>
                  </a:lnTo>
                  <a:lnTo>
                    <a:pt x="4382785" y="1003300"/>
                  </a:lnTo>
                  <a:lnTo>
                    <a:pt x="4404239" y="990600"/>
                  </a:lnTo>
                  <a:lnTo>
                    <a:pt x="5669280" y="990600"/>
                  </a:lnTo>
                  <a:lnTo>
                    <a:pt x="5669280" y="0"/>
                  </a:lnTo>
                  <a:close/>
                </a:path>
                <a:path extrusionOk="0" h="5384800" w="5669280">
                  <a:moveTo>
                    <a:pt x="5669280" y="990600"/>
                  </a:moveTo>
                  <a:lnTo>
                    <a:pt x="4486230" y="990600"/>
                  </a:lnTo>
                  <a:lnTo>
                    <a:pt x="4525378" y="1003300"/>
                  </a:lnTo>
                  <a:lnTo>
                    <a:pt x="4654815" y="1003300"/>
                  </a:lnTo>
                  <a:lnTo>
                    <a:pt x="4705596" y="1016000"/>
                  </a:lnTo>
                  <a:lnTo>
                    <a:pt x="4755956" y="1016000"/>
                  </a:lnTo>
                  <a:lnTo>
                    <a:pt x="4903914" y="1054100"/>
                  </a:lnTo>
                  <a:lnTo>
                    <a:pt x="4950287" y="1079500"/>
                  </a:lnTo>
                  <a:lnTo>
                    <a:pt x="4993658" y="1092200"/>
                  </a:lnTo>
                  <a:lnTo>
                    <a:pt x="5033940" y="1117600"/>
                  </a:lnTo>
                  <a:lnTo>
                    <a:pt x="5071047" y="1143000"/>
                  </a:lnTo>
                  <a:lnTo>
                    <a:pt x="5104891" y="1181100"/>
                  </a:lnTo>
                  <a:lnTo>
                    <a:pt x="5135388" y="1206500"/>
                  </a:lnTo>
                  <a:lnTo>
                    <a:pt x="5162450" y="1244600"/>
                  </a:lnTo>
                  <a:lnTo>
                    <a:pt x="5185991" y="1282700"/>
                  </a:lnTo>
                  <a:lnTo>
                    <a:pt x="5205924" y="1333500"/>
                  </a:lnTo>
                  <a:lnTo>
                    <a:pt x="5222163" y="1371600"/>
                  </a:lnTo>
                  <a:lnTo>
                    <a:pt x="5230960" y="1409700"/>
                  </a:lnTo>
                  <a:lnTo>
                    <a:pt x="5237462" y="1447800"/>
                  </a:lnTo>
                  <a:lnTo>
                    <a:pt x="5242614" y="1473200"/>
                  </a:lnTo>
                  <a:lnTo>
                    <a:pt x="5247360" y="1511300"/>
                  </a:lnTo>
                  <a:lnTo>
                    <a:pt x="5253272" y="1524000"/>
                  </a:lnTo>
                  <a:lnTo>
                    <a:pt x="5257125" y="1536700"/>
                  </a:lnTo>
                  <a:lnTo>
                    <a:pt x="5259156" y="1536700"/>
                  </a:lnTo>
                  <a:lnTo>
                    <a:pt x="5259603" y="1549400"/>
                  </a:lnTo>
                  <a:lnTo>
                    <a:pt x="5259029" y="1600200"/>
                  </a:lnTo>
                  <a:lnTo>
                    <a:pt x="5258841" y="1638300"/>
                  </a:lnTo>
                  <a:lnTo>
                    <a:pt x="5258891" y="1739900"/>
                  </a:lnTo>
                  <a:lnTo>
                    <a:pt x="5258994" y="1765300"/>
                  </a:lnTo>
                  <a:lnTo>
                    <a:pt x="5259328" y="1816100"/>
                  </a:lnTo>
                  <a:lnTo>
                    <a:pt x="5260128" y="1917700"/>
                  </a:lnTo>
                  <a:lnTo>
                    <a:pt x="5260464" y="1968500"/>
                  </a:lnTo>
                  <a:lnTo>
                    <a:pt x="5260577" y="2095500"/>
                  </a:lnTo>
                  <a:lnTo>
                    <a:pt x="5260473" y="2120900"/>
                  </a:lnTo>
                  <a:lnTo>
                    <a:pt x="5260160" y="2171700"/>
                  </a:lnTo>
                  <a:lnTo>
                    <a:pt x="5259717" y="2222500"/>
                  </a:lnTo>
                  <a:lnTo>
                    <a:pt x="5259118" y="2273300"/>
                  </a:lnTo>
                  <a:lnTo>
                    <a:pt x="5258336" y="2324100"/>
                  </a:lnTo>
                  <a:lnTo>
                    <a:pt x="5257345" y="2374900"/>
                  </a:lnTo>
                  <a:lnTo>
                    <a:pt x="5256118" y="2425700"/>
                  </a:lnTo>
                  <a:lnTo>
                    <a:pt x="5254629" y="2476500"/>
                  </a:lnTo>
                  <a:lnTo>
                    <a:pt x="5252851" y="2527300"/>
                  </a:lnTo>
                  <a:lnTo>
                    <a:pt x="5250757" y="2565400"/>
                  </a:lnTo>
                  <a:lnTo>
                    <a:pt x="5248322" y="2616200"/>
                  </a:lnTo>
                  <a:lnTo>
                    <a:pt x="5245517" y="2667000"/>
                  </a:lnTo>
                  <a:lnTo>
                    <a:pt x="5242318" y="2717800"/>
                  </a:lnTo>
                  <a:lnTo>
                    <a:pt x="5238362" y="2768600"/>
                  </a:lnTo>
                  <a:lnTo>
                    <a:pt x="5232782" y="2819400"/>
                  </a:lnTo>
                  <a:lnTo>
                    <a:pt x="5224500" y="2870200"/>
                  </a:lnTo>
                  <a:lnTo>
                    <a:pt x="5212435" y="2921000"/>
                  </a:lnTo>
                  <a:lnTo>
                    <a:pt x="5207393" y="2921000"/>
                  </a:lnTo>
                  <a:lnTo>
                    <a:pt x="5207393" y="2933700"/>
                  </a:lnTo>
                  <a:lnTo>
                    <a:pt x="5203615" y="2984500"/>
                  </a:lnTo>
                  <a:lnTo>
                    <a:pt x="5196598" y="3035300"/>
                  </a:lnTo>
                  <a:lnTo>
                    <a:pt x="5189471" y="3086100"/>
                  </a:lnTo>
                  <a:lnTo>
                    <a:pt x="5181559" y="3136900"/>
                  </a:lnTo>
                  <a:lnTo>
                    <a:pt x="5172820" y="3187700"/>
                  </a:lnTo>
                  <a:lnTo>
                    <a:pt x="5163211" y="3251200"/>
                  </a:lnTo>
                  <a:lnTo>
                    <a:pt x="5152692" y="3302000"/>
                  </a:lnTo>
                  <a:lnTo>
                    <a:pt x="5141218" y="3352800"/>
                  </a:lnTo>
                  <a:lnTo>
                    <a:pt x="5128749" y="3403600"/>
                  </a:lnTo>
                  <a:lnTo>
                    <a:pt x="5115242" y="3454400"/>
                  </a:lnTo>
                  <a:lnTo>
                    <a:pt x="5102143" y="3492500"/>
                  </a:lnTo>
                  <a:lnTo>
                    <a:pt x="5088047" y="3543300"/>
                  </a:lnTo>
                  <a:lnTo>
                    <a:pt x="5072842" y="3594100"/>
                  </a:lnTo>
                  <a:lnTo>
                    <a:pt x="5056414" y="3632200"/>
                  </a:lnTo>
                  <a:lnTo>
                    <a:pt x="5038651" y="3683000"/>
                  </a:lnTo>
                  <a:lnTo>
                    <a:pt x="5019442" y="3721100"/>
                  </a:lnTo>
                  <a:lnTo>
                    <a:pt x="4998673" y="3771900"/>
                  </a:lnTo>
                  <a:lnTo>
                    <a:pt x="4976232" y="3810000"/>
                  </a:lnTo>
                  <a:lnTo>
                    <a:pt x="4952007" y="3848100"/>
                  </a:lnTo>
                  <a:lnTo>
                    <a:pt x="4925885" y="3886200"/>
                  </a:lnTo>
                  <a:lnTo>
                    <a:pt x="4897002" y="3937000"/>
                  </a:lnTo>
                  <a:lnTo>
                    <a:pt x="4866144" y="3975100"/>
                  </a:lnTo>
                  <a:lnTo>
                    <a:pt x="4833161" y="4013200"/>
                  </a:lnTo>
                  <a:lnTo>
                    <a:pt x="4797899" y="4051300"/>
                  </a:lnTo>
                  <a:lnTo>
                    <a:pt x="4760208" y="4076700"/>
                  </a:lnTo>
                  <a:lnTo>
                    <a:pt x="4719936" y="4102100"/>
                  </a:lnTo>
                  <a:lnTo>
                    <a:pt x="4676931" y="4140200"/>
                  </a:lnTo>
                  <a:lnTo>
                    <a:pt x="4631042" y="4165600"/>
                  </a:lnTo>
                  <a:lnTo>
                    <a:pt x="4615203" y="4165600"/>
                  </a:lnTo>
                  <a:lnTo>
                    <a:pt x="4599093" y="4178300"/>
                  </a:lnTo>
                  <a:lnTo>
                    <a:pt x="4582848" y="4178300"/>
                  </a:lnTo>
                  <a:lnTo>
                    <a:pt x="4566602" y="4191000"/>
                  </a:lnTo>
                  <a:lnTo>
                    <a:pt x="4555654" y="4203700"/>
                  </a:lnTo>
                  <a:lnTo>
                    <a:pt x="4543020" y="4203700"/>
                  </a:lnTo>
                  <a:lnTo>
                    <a:pt x="4529035" y="4216400"/>
                  </a:lnTo>
                  <a:lnTo>
                    <a:pt x="4514037" y="4216400"/>
                  </a:lnTo>
                  <a:lnTo>
                    <a:pt x="4407930" y="4241800"/>
                  </a:lnTo>
                  <a:lnTo>
                    <a:pt x="5669280" y="4241800"/>
                  </a:lnTo>
                  <a:lnTo>
                    <a:pt x="5669280" y="990600"/>
                  </a:lnTo>
                  <a:close/>
                </a:path>
                <a:path extrusionOk="0" h="5384800" w="5669280">
                  <a:moveTo>
                    <a:pt x="3322078" y="1092200"/>
                  </a:moveTo>
                  <a:lnTo>
                    <a:pt x="3292878" y="1092200"/>
                  </a:lnTo>
                  <a:lnTo>
                    <a:pt x="3299396" y="1104900"/>
                  </a:lnTo>
                  <a:lnTo>
                    <a:pt x="3317405" y="1104900"/>
                  </a:lnTo>
                  <a:lnTo>
                    <a:pt x="3322078" y="1092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4324604" y="1290243"/>
              <a:ext cx="5000625" cy="3447415"/>
            </a:xfrm>
            <a:custGeom>
              <a:rect b="b" l="l" r="r" t="t"/>
              <a:pathLst>
                <a:path extrusionOk="0" h="3447415" w="5000625">
                  <a:moveTo>
                    <a:pt x="2833281" y="78841"/>
                  </a:moveTo>
                  <a:lnTo>
                    <a:pt x="2786977" y="68313"/>
                  </a:lnTo>
                  <a:lnTo>
                    <a:pt x="2650198" y="35534"/>
                  </a:lnTo>
                  <a:lnTo>
                    <a:pt x="2604579" y="25984"/>
                  </a:lnTo>
                  <a:lnTo>
                    <a:pt x="2558592" y="17995"/>
                  </a:lnTo>
                  <a:lnTo>
                    <a:pt x="2509761" y="11290"/>
                  </a:lnTo>
                  <a:lnTo>
                    <a:pt x="2460917" y="6223"/>
                  </a:lnTo>
                  <a:lnTo>
                    <a:pt x="2411984" y="2717"/>
                  </a:lnTo>
                  <a:lnTo>
                    <a:pt x="2362962" y="673"/>
                  </a:lnTo>
                  <a:lnTo>
                    <a:pt x="2313787" y="0"/>
                  </a:lnTo>
                  <a:lnTo>
                    <a:pt x="2288349" y="139"/>
                  </a:lnTo>
                  <a:lnTo>
                    <a:pt x="2237194" y="1371"/>
                  </a:lnTo>
                  <a:lnTo>
                    <a:pt x="2159089" y="5956"/>
                  </a:lnTo>
                  <a:lnTo>
                    <a:pt x="2106815" y="10744"/>
                  </a:lnTo>
                  <a:lnTo>
                    <a:pt x="2054745" y="16840"/>
                  </a:lnTo>
                  <a:lnTo>
                    <a:pt x="2002904" y="24257"/>
                  </a:lnTo>
                  <a:lnTo>
                    <a:pt x="1951266" y="32956"/>
                  </a:lnTo>
                  <a:lnTo>
                    <a:pt x="1899869" y="42926"/>
                  </a:lnTo>
                  <a:lnTo>
                    <a:pt x="1848713" y="54152"/>
                  </a:lnTo>
                  <a:lnTo>
                    <a:pt x="1797799" y="66611"/>
                  </a:lnTo>
                  <a:lnTo>
                    <a:pt x="1747151" y="80276"/>
                  </a:lnTo>
                  <a:lnTo>
                    <a:pt x="1697850" y="94576"/>
                  </a:lnTo>
                  <a:lnTo>
                    <a:pt x="1649018" y="109601"/>
                  </a:lnTo>
                  <a:lnTo>
                    <a:pt x="1600657" y="125336"/>
                  </a:lnTo>
                  <a:lnTo>
                    <a:pt x="1552765" y="141795"/>
                  </a:lnTo>
                  <a:lnTo>
                    <a:pt x="1505343" y="158991"/>
                  </a:lnTo>
                  <a:lnTo>
                    <a:pt x="1458379" y="176898"/>
                  </a:lnTo>
                  <a:lnTo>
                    <a:pt x="1411897" y="195516"/>
                  </a:lnTo>
                  <a:lnTo>
                    <a:pt x="1365872" y="214858"/>
                  </a:lnTo>
                  <a:lnTo>
                    <a:pt x="1320317" y="234924"/>
                  </a:lnTo>
                  <a:lnTo>
                    <a:pt x="1275232" y="255714"/>
                  </a:lnTo>
                  <a:lnTo>
                    <a:pt x="1230604" y="277202"/>
                  </a:lnTo>
                  <a:lnTo>
                    <a:pt x="1186446" y="299427"/>
                  </a:lnTo>
                  <a:lnTo>
                    <a:pt x="1142758" y="322351"/>
                  </a:lnTo>
                  <a:lnTo>
                    <a:pt x="1099527" y="345998"/>
                  </a:lnTo>
                  <a:lnTo>
                    <a:pt x="1056767" y="370357"/>
                  </a:lnTo>
                  <a:lnTo>
                    <a:pt x="1014463" y="395427"/>
                  </a:lnTo>
                  <a:lnTo>
                    <a:pt x="972616" y="421208"/>
                  </a:lnTo>
                  <a:lnTo>
                    <a:pt x="931240" y="447700"/>
                  </a:lnTo>
                  <a:lnTo>
                    <a:pt x="890320" y="474903"/>
                  </a:lnTo>
                  <a:lnTo>
                    <a:pt x="849871" y="502818"/>
                  </a:lnTo>
                  <a:lnTo>
                    <a:pt x="809879" y="531444"/>
                  </a:lnTo>
                  <a:lnTo>
                    <a:pt x="770343" y="560768"/>
                  </a:lnTo>
                  <a:lnTo>
                    <a:pt x="731266" y="590804"/>
                  </a:lnTo>
                  <a:lnTo>
                    <a:pt x="692658" y="621550"/>
                  </a:lnTo>
                  <a:lnTo>
                    <a:pt x="654507" y="653008"/>
                  </a:lnTo>
                  <a:lnTo>
                    <a:pt x="616800" y="685152"/>
                  </a:lnTo>
                  <a:lnTo>
                    <a:pt x="579564" y="718019"/>
                  </a:lnTo>
                  <a:lnTo>
                    <a:pt x="542785" y="751573"/>
                  </a:lnTo>
                  <a:lnTo>
                    <a:pt x="506463" y="785837"/>
                  </a:lnTo>
                  <a:lnTo>
                    <a:pt x="470598" y="820801"/>
                  </a:lnTo>
                  <a:lnTo>
                    <a:pt x="435330" y="856602"/>
                  </a:lnTo>
                  <a:lnTo>
                    <a:pt x="401027" y="893025"/>
                  </a:lnTo>
                  <a:lnTo>
                    <a:pt x="367690" y="930109"/>
                  </a:lnTo>
                  <a:lnTo>
                    <a:pt x="335368" y="967854"/>
                  </a:lnTo>
                  <a:lnTo>
                    <a:pt x="304076" y="1006284"/>
                  </a:lnTo>
                  <a:lnTo>
                    <a:pt x="273850" y="1045413"/>
                  </a:lnTo>
                  <a:lnTo>
                    <a:pt x="244703" y="1085253"/>
                  </a:lnTo>
                  <a:lnTo>
                    <a:pt x="216687" y="1125804"/>
                  </a:lnTo>
                  <a:lnTo>
                    <a:pt x="189814" y="1167104"/>
                  </a:lnTo>
                  <a:lnTo>
                    <a:pt x="164122" y="1209141"/>
                  </a:lnTo>
                  <a:lnTo>
                    <a:pt x="139636" y="1251953"/>
                  </a:lnTo>
                  <a:lnTo>
                    <a:pt x="116382" y="1295539"/>
                  </a:lnTo>
                  <a:lnTo>
                    <a:pt x="94399" y="1339913"/>
                  </a:lnTo>
                  <a:lnTo>
                    <a:pt x="74485" y="1383563"/>
                  </a:lnTo>
                  <a:lnTo>
                    <a:pt x="56007" y="1427734"/>
                  </a:lnTo>
                  <a:lnTo>
                    <a:pt x="39281" y="1472501"/>
                  </a:lnTo>
                  <a:lnTo>
                    <a:pt x="24612" y="1517967"/>
                  </a:lnTo>
                  <a:lnTo>
                    <a:pt x="12319" y="1564195"/>
                  </a:lnTo>
                  <a:lnTo>
                    <a:pt x="3708" y="1610728"/>
                  </a:lnTo>
                  <a:lnTo>
                    <a:pt x="0" y="1656816"/>
                  </a:lnTo>
                  <a:lnTo>
                    <a:pt x="1003" y="1702460"/>
                  </a:lnTo>
                  <a:lnTo>
                    <a:pt x="6553" y="1747672"/>
                  </a:lnTo>
                  <a:lnTo>
                    <a:pt x="16459" y="1792439"/>
                  </a:lnTo>
                  <a:lnTo>
                    <a:pt x="30568" y="1836762"/>
                  </a:lnTo>
                  <a:lnTo>
                    <a:pt x="48679" y="1880641"/>
                  </a:lnTo>
                  <a:lnTo>
                    <a:pt x="77012" y="1935276"/>
                  </a:lnTo>
                  <a:lnTo>
                    <a:pt x="110236" y="1987194"/>
                  </a:lnTo>
                  <a:lnTo>
                    <a:pt x="114554" y="1993315"/>
                  </a:lnTo>
                  <a:lnTo>
                    <a:pt x="117081" y="2003031"/>
                  </a:lnTo>
                  <a:lnTo>
                    <a:pt x="128231" y="2003031"/>
                  </a:lnTo>
                  <a:lnTo>
                    <a:pt x="129311" y="2002675"/>
                  </a:lnTo>
                  <a:lnTo>
                    <a:pt x="130390" y="2002675"/>
                  </a:lnTo>
                  <a:lnTo>
                    <a:pt x="139319" y="1954174"/>
                  </a:lnTo>
                  <a:lnTo>
                    <a:pt x="149987" y="1906117"/>
                  </a:lnTo>
                  <a:lnTo>
                    <a:pt x="162306" y="1858518"/>
                  </a:lnTo>
                  <a:lnTo>
                    <a:pt x="176149" y="1811350"/>
                  </a:lnTo>
                  <a:lnTo>
                    <a:pt x="191414" y="1764576"/>
                  </a:lnTo>
                  <a:lnTo>
                    <a:pt x="208000" y="1718208"/>
                  </a:lnTo>
                  <a:lnTo>
                    <a:pt x="225793" y="1672196"/>
                  </a:lnTo>
                  <a:lnTo>
                    <a:pt x="245414" y="1624977"/>
                  </a:lnTo>
                  <a:lnTo>
                    <a:pt x="266115" y="1578317"/>
                  </a:lnTo>
                  <a:lnTo>
                    <a:pt x="287870" y="1532242"/>
                  </a:lnTo>
                  <a:lnTo>
                    <a:pt x="310654" y="1486712"/>
                  </a:lnTo>
                  <a:lnTo>
                    <a:pt x="334467" y="1441742"/>
                  </a:lnTo>
                  <a:lnTo>
                    <a:pt x="359270" y="1397317"/>
                  </a:lnTo>
                  <a:lnTo>
                    <a:pt x="385064" y="1353439"/>
                  </a:lnTo>
                  <a:lnTo>
                    <a:pt x="411810" y="1310068"/>
                  </a:lnTo>
                  <a:lnTo>
                    <a:pt x="439496" y="1267231"/>
                  </a:lnTo>
                  <a:lnTo>
                    <a:pt x="468109" y="1224902"/>
                  </a:lnTo>
                  <a:lnTo>
                    <a:pt x="497624" y="1183068"/>
                  </a:lnTo>
                  <a:lnTo>
                    <a:pt x="528015" y="1141730"/>
                  </a:lnTo>
                  <a:lnTo>
                    <a:pt x="559282" y="1100886"/>
                  </a:lnTo>
                  <a:lnTo>
                    <a:pt x="591388" y="1060513"/>
                  </a:lnTo>
                  <a:lnTo>
                    <a:pt x="624319" y="1020597"/>
                  </a:lnTo>
                  <a:lnTo>
                    <a:pt x="657491" y="981671"/>
                  </a:lnTo>
                  <a:lnTo>
                    <a:pt x="691286" y="943356"/>
                  </a:lnTo>
                  <a:lnTo>
                    <a:pt x="725678" y="905675"/>
                  </a:lnTo>
                  <a:lnTo>
                    <a:pt x="760691" y="868616"/>
                  </a:lnTo>
                  <a:lnTo>
                    <a:pt x="796328" y="832205"/>
                  </a:lnTo>
                  <a:lnTo>
                    <a:pt x="832599" y="796442"/>
                  </a:lnTo>
                  <a:lnTo>
                    <a:pt x="869492" y="761326"/>
                  </a:lnTo>
                  <a:lnTo>
                    <a:pt x="907034" y="726884"/>
                  </a:lnTo>
                  <a:lnTo>
                    <a:pt x="945210" y="693089"/>
                  </a:lnTo>
                  <a:lnTo>
                    <a:pt x="984034" y="659980"/>
                  </a:lnTo>
                  <a:lnTo>
                    <a:pt x="1023531" y="627545"/>
                  </a:lnTo>
                  <a:lnTo>
                    <a:pt x="1063675" y="595807"/>
                  </a:lnTo>
                  <a:lnTo>
                    <a:pt x="1104480" y="564756"/>
                  </a:lnTo>
                  <a:lnTo>
                    <a:pt x="1145971" y="534403"/>
                  </a:lnTo>
                  <a:lnTo>
                    <a:pt x="1188135" y="504748"/>
                  </a:lnTo>
                  <a:lnTo>
                    <a:pt x="1230985" y="475818"/>
                  </a:lnTo>
                  <a:lnTo>
                    <a:pt x="1274521" y="447611"/>
                  </a:lnTo>
                  <a:lnTo>
                    <a:pt x="1318755" y="420116"/>
                  </a:lnTo>
                  <a:lnTo>
                    <a:pt x="1363167" y="393585"/>
                  </a:lnTo>
                  <a:lnTo>
                    <a:pt x="1408049" y="368007"/>
                  </a:lnTo>
                  <a:lnTo>
                    <a:pt x="1453413" y="343408"/>
                  </a:lnTo>
                  <a:lnTo>
                    <a:pt x="1499285" y="319836"/>
                  </a:lnTo>
                  <a:lnTo>
                    <a:pt x="1545666" y="297345"/>
                  </a:lnTo>
                  <a:lnTo>
                    <a:pt x="1592580" y="275945"/>
                  </a:lnTo>
                  <a:lnTo>
                    <a:pt x="1640039" y="255676"/>
                  </a:lnTo>
                  <a:lnTo>
                    <a:pt x="1688058" y="236601"/>
                  </a:lnTo>
                  <a:lnTo>
                    <a:pt x="1736661" y="218732"/>
                  </a:lnTo>
                  <a:lnTo>
                    <a:pt x="1785861" y="202120"/>
                  </a:lnTo>
                  <a:lnTo>
                    <a:pt x="1835670" y="186804"/>
                  </a:lnTo>
                  <a:lnTo>
                    <a:pt x="1886115" y="172796"/>
                  </a:lnTo>
                  <a:lnTo>
                    <a:pt x="1935238" y="160578"/>
                  </a:lnTo>
                  <a:lnTo>
                    <a:pt x="1984590" y="149834"/>
                  </a:lnTo>
                  <a:lnTo>
                    <a:pt x="2034184" y="140627"/>
                  </a:lnTo>
                  <a:lnTo>
                    <a:pt x="2084019" y="132981"/>
                  </a:lnTo>
                  <a:lnTo>
                    <a:pt x="2134095" y="126936"/>
                  </a:lnTo>
                  <a:lnTo>
                    <a:pt x="2184400" y="122529"/>
                  </a:lnTo>
                  <a:lnTo>
                    <a:pt x="2234933" y="119811"/>
                  </a:lnTo>
                  <a:lnTo>
                    <a:pt x="2285720" y="118795"/>
                  </a:lnTo>
                  <a:lnTo>
                    <a:pt x="2334539" y="118452"/>
                  </a:lnTo>
                  <a:lnTo>
                    <a:pt x="2383332" y="117424"/>
                  </a:lnTo>
                  <a:lnTo>
                    <a:pt x="2432100" y="115747"/>
                  </a:lnTo>
                  <a:lnTo>
                    <a:pt x="2480830" y="113487"/>
                  </a:lnTo>
                  <a:lnTo>
                    <a:pt x="2529509" y="110667"/>
                  </a:lnTo>
                  <a:lnTo>
                    <a:pt x="2626766" y="103530"/>
                  </a:lnTo>
                  <a:lnTo>
                    <a:pt x="2769501" y="90589"/>
                  </a:lnTo>
                  <a:lnTo>
                    <a:pt x="2814917" y="86753"/>
                  </a:lnTo>
                  <a:lnTo>
                    <a:pt x="2833281" y="78841"/>
                  </a:lnTo>
                  <a:close/>
                </a:path>
                <a:path extrusionOk="0" h="3447415" w="5000625">
                  <a:moveTo>
                    <a:pt x="4084066" y="3182112"/>
                  </a:moveTo>
                  <a:lnTo>
                    <a:pt x="4081030" y="3176270"/>
                  </a:lnTo>
                  <a:lnTo>
                    <a:pt x="4028808" y="3192526"/>
                  </a:lnTo>
                  <a:lnTo>
                    <a:pt x="3975862" y="3204705"/>
                  </a:lnTo>
                  <a:lnTo>
                    <a:pt x="3922242" y="3213087"/>
                  </a:lnTo>
                  <a:lnTo>
                    <a:pt x="3868001" y="3217926"/>
                  </a:lnTo>
                  <a:lnTo>
                    <a:pt x="3813200" y="3219475"/>
                  </a:lnTo>
                  <a:lnTo>
                    <a:pt x="3809962" y="3219475"/>
                  </a:lnTo>
                  <a:lnTo>
                    <a:pt x="3340963" y="3215017"/>
                  </a:lnTo>
                  <a:lnTo>
                    <a:pt x="3030334" y="3207016"/>
                  </a:lnTo>
                  <a:lnTo>
                    <a:pt x="2729052" y="3193427"/>
                  </a:lnTo>
                  <a:lnTo>
                    <a:pt x="2580919" y="3184918"/>
                  </a:lnTo>
                  <a:lnTo>
                    <a:pt x="2460320" y="3176994"/>
                  </a:lnTo>
                  <a:lnTo>
                    <a:pt x="2463190" y="3185274"/>
                  </a:lnTo>
                  <a:lnTo>
                    <a:pt x="2472194" y="3184918"/>
                  </a:lnTo>
                  <a:lnTo>
                    <a:pt x="2478671" y="3186722"/>
                  </a:lnTo>
                  <a:lnTo>
                    <a:pt x="2626728" y="3230676"/>
                  </a:lnTo>
                  <a:lnTo>
                    <a:pt x="2923870" y="3314941"/>
                  </a:lnTo>
                  <a:lnTo>
                    <a:pt x="3322155" y="3421075"/>
                  </a:lnTo>
                  <a:lnTo>
                    <a:pt x="3372777" y="3432632"/>
                  </a:lnTo>
                  <a:lnTo>
                    <a:pt x="3422586" y="3440836"/>
                  </a:lnTo>
                  <a:lnTo>
                    <a:pt x="3471595" y="3445738"/>
                  </a:lnTo>
                  <a:lnTo>
                    <a:pt x="3519792" y="3447351"/>
                  </a:lnTo>
                  <a:lnTo>
                    <a:pt x="3571443" y="3445459"/>
                  </a:lnTo>
                  <a:lnTo>
                    <a:pt x="3622256" y="3439769"/>
                  </a:lnTo>
                  <a:lnTo>
                    <a:pt x="3672230" y="3430333"/>
                  </a:lnTo>
                  <a:lnTo>
                    <a:pt x="3721379" y="3417163"/>
                  </a:lnTo>
                  <a:lnTo>
                    <a:pt x="3769715" y="3400310"/>
                  </a:lnTo>
                  <a:lnTo>
                    <a:pt x="3817226" y="3379787"/>
                  </a:lnTo>
                  <a:lnTo>
                    <a:pt x="3863949" y="3355632"/>
                  </a:lnTo>
                  <a:lnTo>
                    <a:pt x="3909885" y="3327857"/>
                  </a:lnTo>
                  <a:lnTo>
                    <a:pt x="3955034" y="3296513"/>
                  </a:lnTo>
                  <a:lnTo>
                    <a:pt x="3986555" y="3272371"/>
                  </a:lnTo>
                  <a:lnTo>
                    <a:pt x="4016946" y="3246971"/>
                  </a:lnTo>
                  <a:lnTo>
                    <a:pt x="4046245" y="3220428"/>
                  </a:lnTo>
                  <a:lnTo>
                    <a:pt x="4074553" y="3192830"/>
                  </a:lnTo>
                  <a:lnTo>
                    <a:pt x="4078401" y="3189846"/>
                  </a:lnTo>
                  <a:lnTo>
                    <a:pt x="4082377" y="3186455"/>
                  </a:lnTo>
                  <a:lnTo>
                    <a:pt x="4084066" y="3182112"/>
                  </a:lnTo>
                  <a:close/>
                </a:path>
                <a:path extrusionOk="0" h="3447415" w="5000625">
                  <a:moveTo>
                    <a:pt x="5000015" y="891832"/>
                  </a:moveTo>
                  <a:lnTo>
                    <a:pt x="4997234" y="845642"/>
                  </a:lnTo>
                  <a:lnTo>
                    <a:pt x="4989296" y="798068"/>
                  </a:lnTo>
                  <a:lnTo>
                    <a:pt x="4976622" y="752551"/>
                  </a:lnTo>
                  <a:lnTo>
                    <a:pt x="4959159" y="709117"/>
                  </a:lnTo>
                  <a:lnTo>
                    <a:pt x="4936833" y="667778"/>
                  </a:lnTo>
                  <a:lnTo>
                    <a:pt x="4909578" y="628561"/>
                  </a:lnTo>
                  <a:lnTo>
                    <a:pt x="4877359" y="591477"/>
                  </a:lnTo>
                  <a:lnTo>
                    <a:pt x="4823803" y="541299"/>
                  </a:lnTo>
                  <a:lnTo>
                    <a:pt x="4762157" y="500037"/>
                  </a:lnTo>
                  <a:lnTo>
                    <a:pt x="4762716" y="598436"/>
                  </a:lnTo>
                  <a:lnTo>
                    <a:pt x="4764036" y="798068"/>
                  </a:lnTo>
                  <a:lnTo>
                    <a:pt x="4764290" y="845642"/>
                  </a:lnTo>
                  <a:lnTo>
                    <a:pt x="4764506" y="891832"/>
                  </a:lnTo>
                  <a:lnTo>
                    <a:pt x="4764544" y="1027988"/>
                  </a:lnTo>
                  <a:lnTo>
                    <a:pt x="4764481" y="1048880"/>
                  </a:lnTo>
                  <a:lnTo>
                    <a:pt x="4764214" y="1101890"/>
                  </a:lnTo>
                  <a:lnTo>
                    <a:pt x="4763795" y="1154912"/>
                  </a:lnTo>
                  <a:lnTo>
                    <a:pt x="4763198" y="1207935"/>
                  </a:lnTo>
                  <a:lnTo>
                    <a:pt x="4762385" y="1260944"/>
                  </a:lnTo>
                  <a:lnTo>
                    <a:pt x="4761344" y="1313967"/>
                  </a:lnTo>
                  <a:lnTo>
                    <a:pt x="4760023" y="1366989"/>
                  </a:lnTo>
                  <a:lnTo>
                    <a:pt x="4758423" y="1419999"/>
                  </a:lnTo>
                  <a:lnTo>
                    <a:pt x="4756493" y="1473022"/>
                  </a:lnTo>
                  <a:lnTo>
                    <a:pt x="4754232" y="1526032"/>
                  </a:lnTo>
                  <a:lnTo>
                    <a:pt x="4751806" y="1576044"/>
                  </a:lnTo>
                  <a:lnTo>
                    <a:pt x="4749127" y="1626082"/>
                  </a:lnTo>
                  <a:lnTo>
                    <a:pt x="4746091" y="1676120"/>
                  </a:lnTo>
                  <a:lnTo>
                    <a:pt x="4742624" y="1726145"/>
                  </a:lnTo>
                  <a:lnTo>
                    <a:pt x="4738624" y="1776145"/>
                  </a:lnTo>
                  <a:lnTo>
                    <a:pt x="4734001" y="1826082"/>
                  </a:lnTo>
                  <a:lnTo>
                    <a:pt x="4728680" y="1875955"/>
                  </a:lnTo>
                  <a:lnTo>
                    <a:pt x="4727994" y="1883308"/>
                  </a:lnTo>
                  <a:lnTo>
                    <a:pt x="4727549" y="1890763"/>
                  </a:lnTo>
                  <a:lnTo>
                    <a:pt x="4727295" y="1898281"/>
                  </a:lnTo>
                  <a:lnTo>
                    <a:pt x="4727232" y="1905838"/>
                  </a:lnTo>
                  <a:lnTo>
                    <a:pt x="4732667" y="1901228"/>
                  </a:lnTo>
                  <a:lnTo>
                    <a:pt x="4735334" y="1895398"/>
                  </a:lnTo>
                  <a:lnTo>
                    <a:pt x="4736643" y="1889036"/>
                  </a:lnTo>
                  <a:lnTo>
                    <a:pt x="4738040" y="1882800"/>
                  </a:lnTo>
                  <a:lnTo>
                    <a:pt x="4753953" y="1833384"/>
                  </a:lnTo>
                  <a:lnTo>
                    <a:pt x="4769561" y="1783854"/>
                  </a:lnTo>
                  <a:lnTo>
                    <a:pt x="4784890" y="1734210"/>
                  </a:lnTo>
                  <a:lnTo>
                    <a:pt x="4799977" y="1684477"/>
                  </a:lnTo>
                  <a:lnTo>
                    <a:pt x="4814836" y="1634667"/>
                  </a:lnTo>
                  <a:lnTo>
                    <a:pt x="4829518" y="1584794"/>
                  </a:lnTo>
                  <a:lnTo>
                    <a:pt x="4844059" y="1534883"/>
                  </a:lnTo>
                  <a:lnTo>
                    <a:pt x="4858474" y="1484922"/>
                  </a:lnTo>
                  <a:lnTo>
                    <a:pt x="4872799" y="1434934"/>
                  </a:lnTo>
                  <a:lnTo>
                    <a:pt x="4887074" y="1384922"/>
                  </a:lnTo>
                  <a:lnTo>
                    <a:pt x="4901971" y="1332928"/>
                  </a:lnTo>
                  <a:lnTo>
                    <a:pt x="4916805" y="1280960"/>
                  </a:lnTo>
                  <a:lnTo>
                    <a:pt x="4931524" y="1228991"/>
                  </a:lnTo>
                  <a:lnTo>
                    <a:pt x="4946142" y="1176997"/>
                  </a:lnTo>
                  <a:lnTo>
                    <a:pt x="4960607" y="1124953"/>
                  </a:lnTo>
                  <a:lnTo>
                    <a:pt x="4974920" y="1072794"/>
                  </a:lnTo>
                  <a:lnTo>
                    <a:pt x="4985766" y="1027988"/>
                  </a:lnTo>
                  <a:lnTo>
                    <a:pt x="4993856" y="982941"/>
                  </a:lnTo>
                  <a:lnTo>
                    <a:pt x="4998758" y="937577"/>
                  </a:lnTo>
                  <a:lnTo>
                    <a:pt x="5000015" y="891832"/>
                  </a:lnTo>
                  <a:close/>
                </a:path>
              </a:pathLst>
            </a:custGeom>
            <a:solidFill>
              <a:srgbClr val="07A1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21"/>
          <p:cNvSpPr txBox="1"/>
          <p:nvPr/>
        </p:nvSpPr>
        <p:spPr>
          <a:xfrm>
            <a:off x="736460" y="1412176"/>
            <a:ext cx="85090" cy="1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1059014" y="1358899"/>
            <a:ext cx="353377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700"/>
                </a:solidFill>
                <a:latin typeface="Arial"/>
                <a:ea typeface="Arial"/>
                <a:cs typeface="Arial"/>
                <a:sym typeface="Arial"/>
              </a:rPr>
              <a:t>Board Members for Dawa Heath structure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1"/>
          <p:cNvSpPr txBox="1"/>
          <p:nvPr/>
        </p:nvSpPr>
        <p:spPr>
          <a:xfrm>
            <a:off x="736460" y="1865782"/>
            <a:ext cx="85090" cy="1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09" name="Google Shape;409;p21"/>
          <p:cNvSpPr txBox="1"/>
          <p:nvPr/>
        </p:nvSpPr>
        <p:spPr>
          <a:xfrm>
            <a:off x="1059014" y="1812137"/>
            <a:ext cx="229933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Network access to partners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736460" y="2319020"/>
            <a:ext cx="85090" cy="1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7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11" name="Google Shape;411;p21"/>
          <p:cNvSpPr txBox="1"/>
          <p:nvPr/>
        </p:nvSpPr>
        <p:spPr>
          <a:xfrm>
            <a:off x="1059014" y="2265743"/>
            <a:ext cx="10668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US$ 300,000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2633" y="168821"/>
            <a:ext cx="822959" cy="821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2278" y="169189"/>
            <a:ext cx="822236" cy="820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8" name="Google Shape;418;p22"/>
          <p:cNvGrpSpPr/>
          <p:nvPr/>
        </p:nvGrpSpPr>
        <p:grpSpPr>
          <a:xfrm>
            <a:off x="3748684" y="2011324"/>
            <a:ext cx="1826260" cy="635"/>
            <a:chOff x="3748684" y="2011324"/>
            <a:chExt cx="1826260" cy="635"/>
          </a:xfrm>
        </p:grpSpPr>
        <p:sp>
          <p:nvSpPr>
            <p:cNvPr id="419" name="Google Shape;419;p22"/>
            <p:cNvSpPr/>
            <p:nvPr/>
          </p:nvSpPr>
          <p:spPr>
            <a:xfrm>
              <a:off x="3748684" y="2011324"/>
              <a:ext cx="1826260" cy="635"/>
            </a:xfrm>
            <a:custGeom>
              <a:rect b="b" l="l" r="r" t="t"/>
              <a:pathLst>
                <a:path extrusionOk="0" h="635" w="1826260">
                  <a:moveTo>
                    <a:pt x="1825917" y="0"/>
                  </a:moveTo>
                  <a:lnTo>
                    <a:pt x="0" y="0"/>
                  </a:lnTo>
                  <a:lnTo>
                    <a:pt x="0" y="355"/>
                  </a:lnTo>
                  <a:lnTo>
                    <a:pt x="912952" y="355"/>
                  </a:lnTo>
                  <a:lnTo>
                    <a:pt x="1825917" y="355"/>
                  </a:lnTo>
                  <a:lnTo>
                    <a:pt x="1825917" y="0"/>
                  </a:lnTo>
                  <a:close/>
                </a:path>
              </a:pathLst>
            </a:custGeom>
            <a:solidFill>
              <a:srgbClr val="07A1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3748684" y="2011324"/>
              <a:ext cx="1826260" cy="635"/>
            </a:xfrm>
            <a:custGeom>
              <a:rect b="b" l="l" r="r" t="t"/>
              <a:pathLst>
                <a:path extrusionOk="0" h="635" w="1826260">
                  <a:moveTo>
                    <a:pt x="912952" y="355"/>
                  </a:moveTo>
                  <a:lnTo>
                    <a:pt x="0" y="355"/>
                  </a:lnTo>
                  <a:lnTo>
                    <a:pt x="0" y="0"/>
                  </a:lnTo>
                  <a:lnTo>
                    <a:pt x="1825917" y="0"/>
                  </a:lnTo>
                  <a:lnTo>
                    <a:pt x="1825917" y="355"/>
                  </a:lnTo>
                  <a:lnTo>
                    <a:pt x="912952" y="355"/>
                  </a:lnTo>
                  <a:close/>
                </a:path>
              </a:pathLst>
            </a:custGeom>
            <a:noFill/>
            <a:ln cap="flat" cmpd="sng" w="9525">
              <a:solidFill>
                <a:srgbClr val="07A1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1" name="Google Shape;421;p22"/>
          <p:cNvSpPr txBox="1"/>
          <p:nvPr>
            <p:ph type="title"/>
          </p:nvPr>
        </p:nvSpPr>
        <p:spPr>
          <a:xfrm>
            <a:off x="3736340" y="1555826"/>
            <a:ext cx="193421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5991834" y="5000396"/>
            <a:ext cx="55244" cy="8255"/>
          </a:xfrm>
          <a:custGeom>
            <a:rect b="b" l="l" r="r" t="t"/>
            <a:pathLst>
              <a:path extrusionOk="0" h="8254" w="55245">
                <a:moveTo>
                  <a:pt x="55079" y="0"/>
                </a:moveTo>
                <a:lnTo>
                  <a:pt x="6845" y="0"/>
                </a:lnTo>
                <a:lnTo>
                  <a:pt x="0" y="0"/>
                </a:lnTo>
                <a:lnTo>
                  <a:pt x="0" y="7924"/>
                </a:lnTo>
                <a:lnTo>
                  <a:pt x="55079" y="7924"/>
                </a:lnTo>
                <a:lnTo>
                  <a:pt x="55079" y="0"/>
                </a:lnTo>
                <a:close/>
              </a:path>
            </a:pathLst>
          </a:custGeom>
          <a:solidFill>
            <a:srgbClr val="F2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"/>
          <p:cNvSpPr txBox="1"/>
          <p:nvPr>
            <p:ph idx="1" type="body"/>
          </p:nvPr>
        </p:nvSpPr>
        <p:spPr>
          <a:xfrm>
            <a:off x="3003384" y="2339258"/>
            <a:ext cx="4264659" cy="199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tafadzwa@dawa.clinic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/>
              <a:t>+260960709572</a:t>
            </a:r>
            <a:endParaRPr/>
          </a:p>
          <a:p>
            <a:pPr indent="0" lvl="0" marL="12700" marR="5080" rtl="0" algn="l">
              <a:lnSpc>
                <a:spcPct val="111000"/>
              </a:lnSpc>
              <a:spcBef>
                <a:spcPts val="2135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www.dawa-health.com</a:t>
            </a:r>
            <a:r>
              <a:rPr lang="en-US"/>
              <a:t>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www.twitter.com/dawa_health</a:t>
            </a:r>
            <a:r>
              <a:rPr lang="en-US"/>
              <a:t> </a:t>
            </a:r>
            <a:r>
              <a:rPr lang="en-US" u="sng">
                <a:solidFill>
                  <a:schemeClr val="hlink"/>
                </a:solidFill>
                <a:hlinkClick r:id="rId7"/>
              </a:rPr>
              <a:t>www.linkedin.com/company/dawamed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